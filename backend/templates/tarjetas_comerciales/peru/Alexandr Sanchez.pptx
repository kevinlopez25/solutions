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147483041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B36E0E-1F32-3428-B5DC-AAAD8BF4E5F8}" v="2" dt="2026-08-13T14:17:29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25B36E0E-1F32-3428-B5DC-AAAD8BF4E5F8}"/>
    <pc:docChg chg="addSld modSld">
      <pc:chgData name="Heidy D. Romero Aguiar" userId="S::heidyromero@cbit-online.com::e5c2d023-8841-45cd-a450-44328d5b70f1" providerId="AD" clId="Web-{25B36E0E-1F32-3428-B5DC-AAAD8BF4E5F8}" dt="2026-08-13T14:17:29.935" v="1"/>
      <pc:docMkLst>
        <pc:docMk/>
      </pc:docMkLst>
      <pc:sldChg chg="delSp add">
        <pc:chgData name="Heidy D. Romero Aguiar" userId="S::heidyromero@cbit-online.com::e5c2d023-8841-45cd-a450-44328d5b70f1" providerId="AD" clId="Web-{25B36E0E-1F32-3428-B5DC-AAAD8BF4E5F8}" dt="2026-08-13T14:17:29.935" v="1"/>
        <pc:sldMkLst>
          <pc:docMk/>
          <pc:sldMk cId="486732890" sldId="2147483041"/>
        </pc:sldMkLst>
        <pc:picChg chg="del">
          <ac:chgData name="Heidy D. Romero Aguiar" userId="S::heidyromero@cbit-online.com::e5c2d023-8841-45cd-a450-44328d5b70f1" providerId="AD" clId="Web-{25B36E0E-1F32-3428-B5DC-AAAD8BF4E5F8}" dt="2026-08-13T14:17:29.935" v="1"/>
          <ac:picMkLst>
            <pc:docMk/>
            <pc:sldMk cId="486732890" sldId="2147483041"/>
            <ac:picMk id="56" creationId="{C352A182-65BB-58BB-FE88-8DAB193ABBB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1AB76-510D-4E9D-B6DB-FC6163DD75CE}" type="datetimeFigureOut">
              <a:t>13/08/2026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FA8AE-6D2F-4242-B755-9354D525672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6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DBCF1-5D99-B240-27A7-D7F60604A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01CC135-0494-A519-E5FD-5C5F80CD5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0F71ECF-04F0-48EA-A34D-97A486234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0CB306-13AC-662B-B1E2-C43BA14BB7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345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9BC85-6C50-3669-2450-9E68731A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D5BA85-1A27-7F64-E8AA-60904FC50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C24C1F-E6B0-8FA0-7FF0-2625A9A61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B10F-95CF-425F-A905-4435EF79560B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A2F9AF-6324-4E1E-09AA-C5FDE77B8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D4878F-8D24-1C5F-806B-EAC9A93A0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DA96-55C0-4187-899C-3BF047A61F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3431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DFEBAA-9708-3538-C12D-2A49801F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B86F7C-7E8B-3E6E-F301-4FCAF1D5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43614E-47AA-146F-C182-A3FEA5706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B10F-95CF-425F-A905-4435EF79560B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EE81DD-4667-B957-EE3A-239CB26BB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0CC10F-1C84-3980-F588-09898C901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DA96-55C0-4187-899C-3BF047A61F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4552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2F55BF-5219-E022-F6BA-E6625CDD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44B5D3-EDEF-81D1-6771-4E851B37C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059541-1926-4FA6-EDF0-9071D6FC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B10F-95CF-425F-A905-4435EF79560B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37E7EA-1C77-A6C8-EED5-636E12C70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ED1432-7A08-6A3D-257D-EFE76C3EA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DA96-55C0-4187-899C-3BF047A61F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118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912111-98FA-090B-2501-953FE5F1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DFA237-D9EF-8ABB-D5DC-4F8454C71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47CBC8-7F0A-8396-9E63-C91F404FA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4018D4-8277-5708-79E3-5872A142C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B10F-95CF-425F-A905-4435EF79560B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0DDD7F-29D0-913B-AD13-C0B1A1724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89C59E-5673-68B1-7101-1893B93EA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DA96-55C0-4187-899C-3BF047A61F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161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1A965-7D74-958F-F88B-008317BF9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073417-8DBD-8CA0-4600-4AE75429D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7210BC-F472-BFA0-25F7-21F91418D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67FAC8A-B27E-ADF2-9973-24FEEF0A9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4792710-FA01-25BF-96F8-E559741E0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37FCB8-149A-AB67-2FD4-C7496CA8C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B10F-95CF-425F-A905-4435EF79560B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0E5597-1E7B-2B84-7CA0-2D4A720F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4BE7BC0-8E23-A865-4253-FFDA02B4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DA96-55C0-4187-899C-3BF047A61F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907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73D7D0-8297-F594-AC91-1531F0DFC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49A76C-7346-0C39-7B18-9DF973B29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B10F-95CF-425F-A905-4435EF79560B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4EB71D-4C62-5532-541F-63F8613C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157D6D7-9CDF-7395-D1C4-3C4FCB2A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DA96-55C0-4187-899C-3BF047A61F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8308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E7C901C-F14E-B12D-EC88-B9474A692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B10F-95CF-425F-A905-4435EF79560B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EAB7A44-9F96-EC22-ECF0-F840B7832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37C02F-8622-2D8E-C785-46323408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DA96-55C0-4187-899C-3BF047A61F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3844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6155C-3F8D-B792-E660-3D084EA4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420245-901D-5DC7-6E37-14D1D37FA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2CAE35-DBAE-E532-F118-71ECAD67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BA543F-14C6-BEF6-B3F9-7DD56286F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B10F-95CF-425F-A905-4435EF79560B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FB4DB4-6FDC-4FDD-8284-C4C0A2D1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F083EB-6584-FFA6-412A-50F6373E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DA96-55C0-4187-899C-3BF047A61F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0688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DAD593-521A-8EB1-8FCE-55528AAF6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F1F3CC0-6640-2411-7992-6C87230E8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F56190-313D-CCFD-D776-4C0962998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FB1364-0FEC-58D5-D8CA-FBAF4BE18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B10F-95CF-425F-A905-4435EF79560B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255951-5D9A-13DE-DDE5-D30C40D08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676D0C-79F5-88B0-91DE-40EE957D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DA96-55C0-4187-899C-3BF047A61F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7463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242BB-DB2B-1A79-EB85-926E94399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2B1141-4AE2-A568-937C-59F3A93E6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AC1325-421A-9ECA-36EE-179B635A8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B10F-95CF-425F-A905-4435EF79560B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639D68-D68A-927D-9566-DB538846F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8C19B8-A9F8-FB2F-08E4-A6EAF7A7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DA96-55C0-4187-899C-3BF047A61F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9732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75690E-9B3B-91C7-6AE3-CE22D45B8D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D72FBF-1E2B-1C26-005E-19066D7C8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806A07-0A33-1418-7021-B309EC738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0B10F-95CF-425F-A905-4435EF79560B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055B75-7F81-BE3B-CD23-32F316D01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68682F-926A-B896-E427-4DEFA8D2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DA96-55C0-4187-899C-3BF047A61F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073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6482EBC-E666-90CE-7758-8D655663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4CE1541-93BD-AD66-E8F2-F1AFFD741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889218-A190-F896-BC1E-75FF9336A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0B10F-95CF-425F-A905-4435EF79560B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CC7BB5-454B-AFC8-8C9B-35B67369A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1A99C6-B278-5F3F-4A29-9DFA85082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CDA96-55C0-4187-899C-3BF047A61F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49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2C1A9F7-1C8F-9972-C491-8C1788C7D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94" y="544285"/>
            <a:ext cx="11679011" cy="3970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097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B4911-E127-E301-9302-1C0E9C784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34B5DCC8-05FD-2959-9970-8423A0C515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1" y="3172"/>
            <a:ext cx="12180720" cy="697014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1CD39EB-CF00-B568-5859-97403BF53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8414" y="1441281"/>
            <a:ext cx="3361486" cy="2813442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0D60909F-4566-0736-2FF5-57A8B1795884}"/>
              </a:ext>
            </a:extLst>
          </p:cNvPr>
          <p:cNvCxnSpPr>
            <a:cxnSpLocks/>
          </p:cNvCxnSpPr>
          <p:nvPr/>
        </p:nvCxnSpPr>
        <p:spPr>
          <a:xfrm>
            <a:off x="2189475" y="337965"/>
            <a:ext cx="9706423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9B89336-9DF7-05D7-AC7C-8A6D28316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1698" y="918591"/>
            <a:ext cx="6090361" cy="10383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158ECB-0F3C-E24F-1983-40368FA16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939747" y="4111078"/>
            <a:ext cx="8920079" cy="1061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DA1AC1-2ED4-B6E5-A74A-AF64373814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431955" y="3019488"/>
            <a:ext cx="7914596" cy="10945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AD19E1-76A0-94E1-4F60-00A6F533BA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35595" y="1957873"/>
            <a:ext cx="6923476" cy="1061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4CE0-12BF-6A37-B475-F73FB034E7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408711" y="5175692"/>
            <a:ext cx="9853743" cy="10727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E1B1D4-E3F2-1E0C-8E56-9BE37EB4DD9D}"/>
              </a:ext>
            </a:extLst>
          </p:cNvPr>
          <p:cNvSpPr txBox="1"/>
          <p:nvPr/>
        </p:nvSpPr>
        <p:spPr>
          <a:xfrm>
            <a:off x="1954240" y="1227584"/>
            <a:ext cx="1776354" cy="6457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B3092-C438-5019-BCFB-DA88B8597CC2}"/>
              </a:ext>
            </a:extLst>
          </p:cNvPr>
          <p:cNvSpPr txBox="1"/>
          <p:nvPr/>
        </p:nvSpPr>
        <p:spPr>
          <a:xfrm>
            <a:off x="1993448" y="2248931"/>
            <a:ext cx="2706826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AD7F70-AEAC-39AD-AB25-EDC722362529}"/>
              </a:ext>
            </a:extLst>
          </p:cNvPr>
          <p:cNvSpPr txBox="1"/>
          <p:nvPr/>
        </p:nvSpPr>
        <p:spPr>
          <a:xfrm>
            <a:off x="1968337" y="3329322"/>
            <a:ext cx="3087473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9A37D4-C40A-AE94-2A51-BFD261DFC4BE}"/>
              </a:ext>
            </a:extLst>
          </p:cNvPr>
          <p:cNvSpPr txBox="1"/>
          <p:nvPr/>
        </p:nvSpPr>
        <p:spPr>
          <a:xfrm>
            <a:off x="1968338" y="4420870"/>
            <a:ext cx="3600325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798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2C6A82-2D6C-1D07-80BD-C99041651A06}"/>
              </a:ext>
            </a:extLst>
          </p:cNvPr>
          <p:cNvSpPr txBox="1"/>
          <p:nvPr/>
        </p:nvSpPr>
        <p:spPr>
          <a:xfrm>
            <a:off x="1968338" y="5282386"/>
            <a:ext cx="3600325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98" b="1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62C7F7-02DC-32DC-F619-C684B7F7D757}"/>
              </a:ext>
            </a:extLst>
          </p:cNvPr>
          <p:cNvSpPr txBox="1"/>
          <p:nvPr/>
        </p:nvSpPr>
        <p:spPr>
          <a:xfrm>
            <a:off x="8500881" y="5587378"/>
            <a:ext cx="2876002" cy="599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099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1099" dirty="0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FDCFC0-EEB0-2C3D-6377-9A837B6ADC56}"/>
              </a:ext>
            </a:extLst>
          </p:cNvPr>
          <p:cNvSpPr txBox="1"/>
          <p:nvPr/>
        </p:nvSpPr>
        <p:spPr>
          <a:xfrm>
            <a:off x="2177469" y="5675621"/>
            <a:ext cx="2833710" cy="2613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99" dirty="0" err="1">
                <a:solidFill>
                  <a:schemeClr val="bg1"/>
                </a:solidFill>
              </a:rPr>
              <a:t>experenciadecliente</a:t>
            </a:r>
            <a:r>
              <a:rPr lang="en-US" sz="1099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2DBA72-5728-FF8E-F861-6C2C8776A5BA}"/>
              </a:ext>
            </a:extLst>
          </p:cNvPr>
          <p:cNvSpPr txBox="1"/>
          <p:nvPr/>
        </p:nvSpPr>
        <p:spPr>
          <a:xfrm>
            <a:off x="8740546" y="2739742"/>
            <a:ext cx="2396668" cy="368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8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</a:t>
            </a:r>
            <a:endParaRPr lang="en-US" sz="1798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B8822A-9EB0-A6F2-1A45-A5653516B73A}"/>
              </a:ext>
            </a:extLst>
          </p:cNvPr>
          <p:cNvSpPr txBox="1"/>
          <p:nvPr/>
        </p:nvSpPr>
        <p:spPr>
          <a:xfrm>
            <a:off x="8740549" y="3185606"/>
            <a:ext cx="2396668" cy="3382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99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Alexandr Sanchez Bravo</a:t>
            </a:r>
            <a:endParaRPr lang="en-US" sz="1599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27678C-23F7-364B-D4E6-6A97E1886DB2}"/>
              </a:ext>
            </a:extLst>
          </p:cNvPr>
          <p:cNvSpPr txBox="1"/>
          <p:nvPr/>
        </p:nvSpPr>
        <p:spPr>
          <a:xfrm>
            <a:off x="8296859" y="3481663"/>
            <a:ext cx="3361486" cy="307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99" dirty="0">
                <a:solidFill>
                  <a:srgbClr val="FFFFFF"/>
                </a:solidFill>
                <a:ea typeface="+mn-lt"/>
                <a:cs typeface="+mn-lt"/>
              </a:rPr>
              <a:t>alexandr.sanchez@periferia-it.pe</a:t>
            </a:r>
            <a:endParaRPr lang="es-ES" sz="1798" dirty="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CD810E-0447-C03C-8B3F-0B075A3A4F99}"/>
              </a:ext>
            </a:extLst>
          </p:cNvPr>
          <p:cNvSpPr txBox="1"/>
          <p:nvPr/>
        </p:nvSpPr>
        <p:spPr>
          <a:xfrm>
            <a:off x="8655960" y="3777723"/>
            <a:ext cx="2565844" cy="307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99" dirty="0">
                <a:solidFill>
                  <a:srgbClr val="FFFFFF"/>
                </a:solidFill>
                <a:ea typeface="+mn-lt"/>
                <a:cs typeface="+mn-lt"/>
              </a:rPr>
              <a:t>+51  942 839699</a:t>
            </a:r>
            <a:endParaRPr lang="es-ES" sz="1798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08887AB-C41E-DB42-F89C-C6A61DF1B9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045" y="3190903"/>
            <a:ext cx="784911" cy="784911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530D49BE-D461-2D67-978A-CED8088A8307}"/>
              </a:ext>
            </a:extLst>
          </p:cNvPr>
          <p:cNvSpPr txBox="1">
            <a:spLocks/>
          </p:cNvSpPr>
          <p:nvPr/>
        </p:nvSpPr>
        <p:spPr>
          <a:xfrm>
            <a:off x="8435853" y="468918"/>
            <a:ext cx="2960073" cy="931552"/>
          </a:xfrm>
          <a:prstGeom prst="rect">
            <a:avLst/>
          </a:prstGeom>
        </p:spPr>
        <p:txBody>
          <a:bodyPr vert="horz" lIns="68517" tIns="34259" rIns="68517" bIns="34259" rtlCol="0" anchor="ctr">
            <a:no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797" b="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797" b="1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01CA9E14-AD79-3596-A016-FAC93FF820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3434" y="1814642"/>
            <a:ext cx="784911" cy="783401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B160B58C-14B4-7CBD-220D-69215A3F68B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919" y="4249320"/>
            <a:ext cx="784911" cy="78491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DA14020-1F55-3020-4083-10F3EB4846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7917" y="5319609"/>
            <a:ext cx="784911" cy="78491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B8897F7C-E090-F148-8522-606F852246F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873" y="4549734"/>
            <a:ext cx="2830017" cy="968105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17ED19F2-C830-DDC6-8B0A-87073809A047}"/>
              </a:ext>
            </a:extLst>
          </p:cNvPr>
          <p:cNvSpPr txBox="1"/>
          <p:nvPr/>
        </p:nvSpPr>
        <p:spPr>
          <a:xfrm>
            <a:off x="7643885" y="6535922"/>
            <a:ext cx="2565844" cy="307491"/>
          </a:xfrm>
          <a:prstGeom prst="rect">
            <a:avLst/>
          </a:prstGeom>
          <a:noFill/>
        </p:spPr>
        <p:txBody>
          <a:bodyPr rot="0" spcFirstLastPara="0" vert="horz" wrap="square" lIns="91355" tIns="45678" rIns="91355" bIns="45678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356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712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068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425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6781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137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5493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4849" algn="l" defTabSz="609356" rtl="0" eaLnBrk="1" latinLnBrk="0" hangingPunct="1"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399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798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3610246-4CB5-3614-CCDC-5DA758B50F9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8766" y="6689669"/>
            <a:ext cx="2147597" cy="41239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B080FCE2-29B1-6679-CFA5-D26CD9F53A4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2679" y="1070289"/>
            <a:ext cx="783401" cy="784911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74B15F33-4116-4ABF-2518-3F0AE4725EAB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840" y="2108646"/>
            <a:ext cx="784911" cy="78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328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48dcbb-4498-453a-bb2a-2f6e93dc52f8">
      <Terms xmlns="http://schemas.microsoft.com/office/infopath/2007/PartnerControls"/>
    </lcf76f155ced4ddcb4097134ff3c332f>
    <TaxCatchAll xmlns="42031908-afc3-4861-95d9-cc85d1091e3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E942E7-7584-4E1C-AC57-879725D0299E}">
  <ds:schemaRefs>
    <ds:schemaRef ds:uri="http://schemas.microsoft.com/office/2006/metadata/properties"/>
    <ds:schemaRef ds:uri="http://schemas.microsoft.com/office/infopath/2007/PartnerControls"/>
    <ds:schemaRef ds:uri="4948dcbb-4498-453a-bb2a-2f6e93dc52f8"/>
    <ds:schemaRef ds:uri="42031908-afc3-4861-95d9-cc85d1091e34"/>
  </ds:schemaRefs>
</ds:datastoreItem>
</file>

<file path=customXml/itemProps2.xml><?xml version="1.0" encoding="utf-8"?>
<ds:datastoreItem xmlns:ds="http://schemas.openxmlformats.org/officeDocument/2006/customXml" ds:itemID="{D9010049-258A-43DB-AFA8-E2302C025D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F6B3B4-B9B6-45BA-999E-0B988BB1842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Claudia Copete Mendez</dc:creator>
  <cp:lastModifiedBy>Claudia Copete Mendez</cp:lastModifiedBy>
  <cp:revision>3</cp:revision>
  <dcterms:created xsi:type="dcterms:W3CDTF">2025-01-31T15:58:34Z</dcterms:created>
  <dcterms:modified xsi:type="dcterms:W3CDTF">2026-08-13T14:17:36Z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