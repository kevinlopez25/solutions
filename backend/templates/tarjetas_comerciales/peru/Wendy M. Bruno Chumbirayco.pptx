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147483042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37530-3F31-F503-9AA4-BF211DAFB5BC}" v="2" dt="2026-08-13T14:20:37.408"/>
    <p1510:client id="{A8C7273C-A2F4-99A7-4C34-C3740BE75D02}" v="4" dt="2026-08-13T14:18:23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A8C7273C-A2F4-99A7-4C34-C3740BE75D02}"/>
    <pc:docChg chg="modSld">
      <pc:chgData name="Heidy D. Romero Aguiar" userId="S::heidyromero@cbit-online.com::e5c2d023-8841-45cd-a450-44328d5b70f1" providerId="AD" clId="Web-{A8C7273C-A2F4-99A7-4C34-C3740BE75D02}" dt="2026-08-13T14:18:23.562" v="3"/>
      <pc:docMkLst>
        <pc:docMk/>
      </pc:docMkLst>
      <pc:sldChg chg="addSp delSp modSp">
        <pc:chgData name="Heidy D. Romero Aguiar" userId="S::heidyromero@cbit-online.com::e5c2d023-8841-45cd-a450-44328d5b70f1" providerId="AD" clId="Web-{A8C7273C-A2F4-99A7-4C34-C3740BE75D02}" dt="2026-08-13T14:18:23.562" v="3"/>
        <pc:sldMkLst>
          <pc:docMk/>
          <pc:sldMk cId="2406273178" sldId="256"/>
        </pc:sldMkLst>
        <pc:spChg chg="del">
          <ac:chgData name="Heidy D. Romero Aguiar" userId="S::heidyromero@cbit-online.com::e5c2d023-8841-45cd-a450-44328d5b70f1" providerId="AD" clId="Web-{A8C7273C-A2F4-99A7-4C34-C3740BE75D02}" dt="2026-08-13T14:18:03.452" v="0"/>
          <ac:spMkLst>
            <pc:docMk/>
            <pc:sldMk cId="2406273178" sldId="256"/>
            <ac:spMk id="2" creationId="{00000000-0000-0000-0000-000000000000}"/>
          </ac:spMkLst>
        </pc:spChg>
        <pc:spChg chg="del">
          <ac:chgData name="Heidy D. Romero Aguiar" userId="S::heidyromero@cbit-online.com::e5c2d023-8841-45cd-a450-44328d5b70f1" providerId="AD" clId="Web-{A8C7273C-A2F4-99A7-4C34-C3740BE75D02}" dt="2026-08-13T14:18:05.342" v="1"/>
          <ac:spMkLst>
            <pc:docMk/>
            <pc:sldMk cId="2406273178" sldId="256"/>
            <ac:spMk id="3" creationId="{00000000-0000-0000-0000-000000000000}"/>
          </ac:spMkLst>
        </pc:spChg>
        <pc:picChg chg="add del mod">
          <ac:chgData name="Heidy D. Romero Aguiar" userId="S::heidyromero@cbit-online.com::e5c2d023-8841-45cd-a450-44328d5b70f1" providerId="AD" clId="Web-{A8C7273C-A2F4-99A7-4C34-C3740BE75D02}" dt="2026-08-13T14:18:23.562" v="3"/>
          <ac:picMkLst>
            <pc:docMk/>
            <pc:sldMk cId="2406273178" sldId="256"/>
            <ac:picMk id="4" creationId="{0C5F09EB-DE02-EF09-4923-46B1D3A9CC5D}"/>
          </ac:picMkLst>
        </pc:picChg>
      </pc:sldChg>
    </pc:docChg>
  </pc:docChgLst>
  <pc:docChgLst>
    <pc:chgData name="Heidy D. Romero Aguiar" userId="S::heidyromero@cbit-online.com::e5c2d023-8841-45cd-a450-44328d5b70f1" providerId="AD" clId="Web-{75737530-3F31-F503-9AA4-BF211DAFB5BC}"/>
    <pc:docChg chg="addSld modSld">
      <pc:chgData name="Heidy D. Romero Aguiar" userId="S::heidyromero@cbit-online.com::e5c2d023-8841-45cd-a450-44328d5b70f1" providerId="AD" clId="Web-{75737530-3F31-F503-9AA4-BF211DAFB5BC}" dt="2026-08-13T14:20:37.408" v="1"/>
      <pc:docMkLst>
        <pc:docMk/>
      </pc:docMkLst>
      <pc:sldChg chg="addSp modSp">
        <pc:chgData name="Heidy D. Romero Aguiar" userId="S::heidyromero@cbit-online.com::e5c2d023-8841-45cd-a450-44328d5b70f1" providerId="AD" clId="Web-{75737530-3F31-F503-9AA4-BF211DAFB5BC}" dt="2026-08-13T14:19:12.734" v="0"/>
        <pc:sldMkLst>
          <pc:docMk/>
          <pc:sldMk cId="2406273178" sldId="256"/>
        </pc:sldMkLst>
        <pc:picChg chg="add mod">
          <ac:chgData name="Heidy D. Romero Aguiar" userId="S::heidyromero@cbit-online.com::e5c2d023-8841-45cd-a450-44328d5b70f1" providerId="AD" clId="Web-{75737530-3F31-F503-9AA4-BF211DAFB5BC}" dt="2026-08-13T14:19:12.734" v="0"/>
          <ac:picMkLst>
            <pc:docMk/>
            <pc:sldMk cId="2406273178" sldId="256"/>
            <ac:picMk id="2" creationId="{B31ADE9A-7F27-10CC-73C9-A33BCA70CD6A}"/>
          </ac:picMkLst>
        </pc:picChg>
      </pc:sldChg>
      <pc:sldChg chg="add">
        <pc:chgData name="Heidy D. Romero Aguiar" userId="S::heidyromero@cbit-online.com::e5c2d023-8841-45cd-a450-44328d5b70f1" providerId="AD" clId="Web-{75737530-3F31-F503-9AA4-BF211DAFB5BC}" dt="2026-08-13T14:20:37.408" v="1"/>
        <pc:sldMkLst>
          <pc:docMk/>
          <pc:sldMk cId="3412839004" sldId="21474830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CF02C-D576-4848-BD5D-1E8C622C0258}" type="datetimeFigureOut">
              <a:t>13/08/2026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288D5-94CF-444D-98BF-0FAA9FE856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1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FF7D-C7D1-408E-C26C-48941A72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A199BE-0250-C55A-FC5E-3BD841570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EE1569-5B65-7113-BE88-31E4D0330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F05240-37F1-D7E0-D819-7E593FE1F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92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1ADE9A-7F27-10CC-73C9-A33BCA70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7575"/>
            <a:ext cx="12192000" cy="40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86B07-1869-A131-8FF4-E924064B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11CE76A-F2E8-B317-3645-7BAA28CB7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0623264-FF46-6735-6695-0CFDB3A96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1281A6B1-743E-5F50-154E-503E0D2B44EF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7F9CE68-77DD-CDA5-352C-E463785BA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9FDEA-39D0-F47F-C500-2C955A9933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7389A-1DA9-622C-178F-7D061395C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F0B96F-B1AB-C50E-579D-4FB851C56F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0F5190-02C6-5FFC-48C6-C2FAB73D81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1BB4A6-1222-9940-B195-899847C0F9DD}"/>
              </a:ext>
            </a:extLst>
          </p:cNvPr>
          <p:cNvSpPr txBox="1"/>
          <p:nvPr/>
        </p:nvSpPr>
        <p:spPr>
          <a:xfrm>
            <a:off x="1954240" y="1227584"/>
            <a:ext cx="1776354" cy="645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858FF-08D2-8E93-C67B-1187578BD931}"/>
              </a:ext>
            </a:extLst>
          </p:cNvPr>
          <p:cNvSpPr txBox="1"/>
          <p:nvPr/>
        </p:nvSpPr>
        <p:spPr>
          <a:xfrm>
            <a:off x="1993448" y="2248931"/>
            <a:ext cx="2706826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E3030E-49C3-D1F3-23AF-27351484AAF9}"/>
              </a:ext>
            </a:extLst>
          </p:cNvPr>
          <p:cNvSpPr txBox="1"/>
          <p:nvPr/>
        </p:nvSpPr>
        <p:spPr>
          <a:xfrm>
            <a:off x="1968337" y="3329322"/>
            <a:ext cx="3087473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F002C-21D1-0BCD-3C81-7C1323635A4D}"/>
              </a:ext>
            </a:extLst>
          </p:cNvPr>
          <p:cNvSpPr txBox="1"/>
          <p:nvPr/>
        </p:nvSpPr>
        <p:spPr>
          <a:xfrm>
            <a:off x="1968338" y="4420870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798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14C21-5FEC-96C5-721E-C9D37E989626}"/>
              </a:ext>
            </a:extLst>
          </p:cNvPr>
          <p:cNvSpPr txBox="1"/>
          <p:nvPr/>
        </p:nvSpPr>
        <p:spPr>
          <a:xfrm>
            <a:off x="1968338" y="5282386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3B82E9-52CD-A952-8C3E-B1ED8894B7CE}"/>
              </a:ext>
            </a:extLst>
          </p:cNvPr>
          <p:cNvSpPr txBox="1"/>
          <p:nvPr/>
        </p:nvSpPr>
        <p:spPr>
          <a:xfrm>
            <a:off x="8500881" y="5587378"/>
            <a:ext cx="2876002" cy="59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1099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CC5127-B61A-C544-35E5-E075FD02853C}"/>
              </a:ext>
            </a:extLst>
          </p:cNvPr>
          <p:cNvSpPr txBox="1"/>
          <p:nvPr/>
        </p:nvSpPr>
        <p:spPr>
          <a:xfrm>
            <a:off x="2177469" y="5675621"/>
            <a:ext cx="2833710" cy="26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99" dirty="0" err="1">
                <a:solidFill>
                  <a:schemeClr val="bg1"/>
                </a:solidFill>
              </a:rPr>
              <a:t>experenciadecliente</a:t>
            </a:r>
            <a:r>
              <a:rPr lang="en-U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1BD586-ABE8-FD56-64DF-B10EDE38A046}"/>
              </a:ext>
            </a:extLst>
          </p:cNvPr>
          <p:cNvSpPr txBox="1"/>
          <p:nvPr/>
        </p:nvSpPr>
        <p:spPr>
          <a:xfrm>
            <a:off x="8740546" y="2739742"/>
            <a:ext cx="2396668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798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D8B7AD-086D-A2EC-D346-56E80B1CF6F8}"/>
              </a:ext>
            </a:extLst>
          </p:cNvPr>
          <p:cNvSpPr txBox="1"/>
          <p:nvPr/>
        </p:nvSpPr>
        <p:spPr>
          <a:xfrm>
            <a:off x="8473304" y="3138075"/>
            <a:ext cx="3008593" cy="338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99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Wendy M. Bruno Chumbirayco</a:t>
            </a:r>
            <a:endParaRPr lang="en-US" sz="1599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2BFD8A-69B6-A508-1999-9DD6A1F78DF7}"/>
              </a:ext>
            </a:extLst>
          </p:cNvPr>
          <p:cNvSpPr txBox="1"/>
          <p:nvPr/>
        </p:nvSpPr>
        <p:spPr>
          <a:xfrm>
            <a:off x="8296859" y="3481663"/>
            <a:ext cx="3361486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wendybruno@periferia-it.pe</a:t>
            </a:r>
            <a:endParaRPr lang="es-ES" sz="1798" dirty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45ED1F-6737-F267-9FB4-731642D5A609}"/>
              </a:ext>
            </a:extLst>
          </p:cNvPr>
          <p:cNvSpPr txBox="1"/>
          <p:nvPr/>
        </p:nvSpPr>
        <p:spPr>
          <a:xfrm>
            <a:off x="8655960" y="3777723"/>
            <a:ext cx="2565844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+51  953 269 394</a:t>
            </a:r>
            <a:endParaRPr lang="es-ES" sz="1798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E0CC99E-3544-2224-D3DB-5D28C46130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6424" y="1844603"/>
            <a:ext cx="784911" cy="784911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0C3D9EA6-D292-766F-A2D8-EEC79338F95D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797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97D631E-45A4-89BC-A859-D4558837B2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530" y="317507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6E564AB-4322-6AC8-7545-1891220594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2E958E5-FD62-AF70-6A0D-4DCF512D13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E57B954-B63B-C793-DD44-BCBB4473CD2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58EB930E-4EF4-1A90-4A6E-631AD11B9301}"/>
              </a:ext>
            </a:extLst>
          </p:cNvPr>
          <p:cNvSpPr txBox="1"/>
          <p:nvPr/>
        </p:nvSpPr>
        <p:spPr>
          <a:xfrm>
            <a:off x="7643885" y="6535922"/>
            <a:ext cx="2565844" cy="307491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798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198773C-6791-6FE6-28C9-CB356202199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23AB608-D4CE-D933-142D-FD724A137E0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13AA65F4-DF63-E6F5-F4B5-5623845FE95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390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9F753-6C85-4652-83CD-7B7ED39FEF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E7692D-5031-4448-A891-75742199DC10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3.xml><?xml version="1.0" encoding="utf-8"?>
<ds:datastoreItem xmlns:ds="http://schemas.openxmlformats.org/officeDocument/2006/customXml" ds:itemID="{C54CF482-200E-43C5-937A-ED47BD60DB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2026-08-13T14:17:58Z</dcterms:created>
  <dcterms:modified xsi:type="dcterms:W3CDTF">2026-08-13T14:20:37Z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