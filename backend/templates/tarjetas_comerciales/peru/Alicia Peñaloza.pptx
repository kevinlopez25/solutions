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6"/>
  </p:notesMasterIdLst>
  <p:sldIdLst>
    <p:sldId id="267" r:id="rId5"/>
  </p:sldIdLst>
  <p:sldSz cx="9144000" cy="51482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9933"/>
    <a:srgbClr val="333333"/>
    <a:srgbClr val="E4EFD9"/>
    <a:srgbClr val="54A771"/>
    <a:srgbClr val="253880"/>
    <a:srgbClr val="BA325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D984F46-BE85-07A9-8479-4D1E81091706}" v="2" dt="2026-04-16T14:26:49.89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3026"/>
    <p:restoredTop sz="94658"/>
  </p:normalViewPr>
  <p:slideViewPr>
    <p:cSldViewPr snapToGrid="0">
      <p:cViewPr varScale="1">
        <p:scale>
          <a:sx n="88" d="100"/>
          <a:sy n="88" d="100"/>
        </p:scale>
        <p:origin x="168" y="13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ia P. Quintero Mantilla" userId="S::mariaquintero@periferia-it.com::6d12f434-6f11-4982-a406-c44d84c68cdf" providerId="AD" clId="Web-{8D984F46-BE85-07A9-8479-4D1E81091706}"/>
    <pc:docChg chg="addSld delSld">
      <pc:chgData name="Maria P. Quintero Mantilla" userId="S::mariaquintero@periferia-it.com::6d12f434-6f11-4982-a406-c44d84c68cdf" providerId="AD" clId="Web-{8D984F46-BE85-07A9-8479-4D1E81091706}" dt="2026-04-16T14:26:49.771" v="1"/>
      <pc:docMkLst>
        <pc:docMk/>
      </pc:docMkLst>
      <pc:sldChg chg="add del">
        <pc:chgData name="Maria P. Quintero Mantilla" userId="S::mariaquintero@periferia-it.com::6d12f434-6f11-4982-a406-c44d84c68cdf" providerId="AD" clId="Web-{8D984F46-BE85-07A9-8479-4D1E81091706}" dt="2026-04-16T14:26:49.771" v="1"/>
        <pc:sldMkLst>
          <pc:docMk/>
          <pc:sldMk cId="2270622593" sldId="26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048F67-8168-3B43-9BE2-079417FBDB0F}" type="datetimeFigureOut">
              <a:rPr lang="es-CO" smtClean="0"/>
              <a:t>16/04/2026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8975" y="1143000"/>
            <a:ext cx="54800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A9EAED-883F-F34C-91F5-3F423528D29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130633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9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91" algn="l" defTabSz="6859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983" algn="l" defTabSz="6859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974" algn="l" defTabSz="6859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966" algn="l" defTabSz="6859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957" algn="l" defTabSz="6859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949" algn="l" defTabSz="6859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940" algn="l" defTabSz="6859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932" algn="l" defTabSz="6859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2552"/>
            <a:ext cx="6858000" cy="1792358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4030"/>
            <a:ext cx="6858000" cy="1242971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16/04/2026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338396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16/04/2026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1971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7" y="1283491"/>
            <a:ext cx="7886700" cy="2141534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7" y="3445285"/>
            <a:ext cx="7886700" cy="1126182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16/04/2026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817444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70486"/>
            <a:ext cx="3886200" cy="3266526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70486"/>
            <a:ext cx="3886200" cy="3266526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16/04/2026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751943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4098"/>
            <a:ext cx="7886700" cy="99509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2040"/>
            <a:ext cx="3868340" cy="618506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80546"/>
            <a:ext cx="3868340" cy="276600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2040"/>
            <a:ext cx="3887391" cy="618506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80546"/>
            <a:ext cx="3887391" cy="276600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16/04/2026</a:t>
            </a:fld>
            <a:endParaRPr lang="es-C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199997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16/04/2026</a:t>
            </a:fld>
            <a:endParaRPr lang="es-C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437868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16/04/2026</a:t>
            </a:fld>
            <a:endParaRPr lang="es-C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901948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3218"/>
            <a:ext cx="2949178" cy="1201261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1255"/>
            <a:ext cx="4629150" cy="3658604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4479"/>
            <a:ext cx="2949178" cy="286133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16/04/2026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288415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3218"/>
            <a:ext cx="2949178" cy="1201261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1255"/>
            <a:ext cx="4629150" cy="3658604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4479"/>
            <a:ext cx="2949178" cy="286133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16/04/2026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24878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16/04/2026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289944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4097"/>
            <a:ext cx="1971675" cy="436291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4097"/>
            <a:ext cx="5800725" cy="4362915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16/04/2026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632386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4098"/>
            <a:ext cx="7886700" cy="9950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70486"/>
            <a:ext cx="7886700" cy="32665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71678"/>
            <a:ext cx="2057400" cy="2740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35D543-1F4B-4249-95B4-E282C1AB3B00}" type="datetimeFigureOut">
              <a:rPr lang="es-CO" smtClean="0"/>
              <a:t>16/04/2026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71678"/>
            <a:ext cx="3086100" cy="2740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71678"/>
            <a:ext cx="2057400" cy="2740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E80618-6306-A04E-8431-B45CFEBD495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343610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866EA882-32C8-243D-FF47-78E3FD65EBD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" y="-52789"/>
            <a:ext cx="9253162" cy="5197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062259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42031908-afc3-4861-95d9-cc85d1091e34" xsi:nil="true"/>
    <lcf76f155ced4ddcb4097134ff3c332f xmlns="4948dcbb-4498-453a-bb2a-2f6e93dc52f8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8A13845BC0BE8D498EAB0B4A65887C77" ma:contentTypeVersion="14" ma:contentTypeDescription="Crear nuevo documento." ma:contentTypeScope="" ma:versionID="ef2f4ee381d22387e66574f7f247f396">
  <xsd:schema xmlns:xsd="http://www.w3.org/2001/XMLSchema" xmlns:xs="http://www.w3.org/2001/XMLSchema" xmlns:p="http://schemas.microsoft.com/office/2006/metadata/properties" xmlns:ns2="4948dcbb-4498-453a-bb2a-2f6e93dc52f8" xmlns:ns3="42031908-afc3-4861-95d9-cc85d1091e34" targetNamespace="http://schemas.microsoft.com/office/2006/metadata/properties" ma:root="true" ma:fieldsID="ae80c4cb4fc4bddc35a137efff19a3a4" ns2:_="" ns3:_="">
    <xsd:import namespace="4948dcbb-4498-453a-bb2a-2f6e93dc52f8"/>
    <xsd:import namespace="42031908-afc3-4861-95d9-cc85d1091e3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LengthInSeconds" minOccurs="0"/>
                <xsd:element ref="ns2:MediaServiceDateTaken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948dcbb-4498-453a-bb2a-2f6e93dc52f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LengthInSeconds" ma:index="1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1" nillable="true" ma:displayName="MediaServiceDateTaken" ma:hidden="true" ma:internalName="MediaServiceDateTaken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Etiquetas de imagen" ma:readOnly="false" ma:fieldId="{5cf76f15-5ced-4ddc-b409-7134ff3c332f}" ma:taxonomyMulti="true" ma:sspId="f193352c-83ee-4464-bc63-33cfba68ac0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2031908-afc3-4861-95d9-cc85d1091e34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d35139d8-d1b2-47c2-b3db-86218de769fd}" ma:internalName="TaxCatchAll" ma:showField="CatchAllData" ma:web="42031908-afc3-4861-95d9-cc85d1091e3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E93E959-676C-47DA-8D5F-FE602D004E80}">
  <ds:schemaRefs>
    <ds:schemaRef ds:uri="http://purl.org/dc/terms/"/>
    <ds:schemaRef ds:uri="http://purl.org/dc/dcmitype/"/>
    <ds:schemaRef ds:uri="http://purl.org/dc/elements/1.1/"/>
    <ds:schemaRef ds:uri="ebbf6276-346d-47e8-aa4b-bdd022f42014"/>
    <ds:schemaRef ds:uri="http://schemas.microsoft.com/office/infopath/2007/PartnerControls"/>
    <ds:schemaRef ds:uri="http://schemas.microsoft.com/office/2006/documentManagement/types"/>
    <ds:schemaRef ds:uri="http://schemas.openxmlformats.org/package/2006/metadata/core-properties"/>
    <ds:schemaRef ds:uri="569a3ee8-acd2-4e88-aa54-11c88a6c45aa"/>
    <ds:schemaRef ds:uri="http://schemas.microsoft.com/office/2006/metadata/properties"/>
    <ds:schemaRef ds:uri="http://www.w3.org/XML/1998/namespace"/>
    <ds:schemaRef ds:uri="42031908-afc3-4861-95d9-cc85d1091e34"/>
    <ds:schemaRef ds:uri="4948dcbb-4498-453a-bb2a-2f6e93dc52f8"/>
  </ds:schemaRefs>
</ds:datastoreItem>
</file>

<file path=customXml/itemProps2.xml><?xml version="1.0" encoding="utf-8"?>
<ds:datastoreItem xmlns:ds="http://schemas.openxmlformats.org/officeDocument/2006/customXml" ds:itemID="{745F8F8A-C913-4FAA-B8AF-971175F8F24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6576247-0913-4E23-93E0-D5A1A6FAB1A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948dcbb-4498-453a-bb2a-2f6e93dc52f8"/>
    <ds:schemaRef ds:uri="42031908-afc3-4861-95d9-cc85d1091e3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4995</TotalTime>
  <Words>0</Words>
  <Application>Microsoft Office PowerPoint</Application>
  <PresentationFormat>Personalizado</PresentationFormat>
  <Paragraphs>0</Paragraphs>
  <Slides>1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2" baseType="lpstr"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Título presentación</dc:title>
  <dc:creator>Angela Camargo</dc:creator>
  <cp:lastModifiedBy>Alex D. Camargo Silva</cp:lastModifiedBy>
  <cp:revision>29</cp:revision>
  <dcterms:created xsi:type="dcterms:W3CDTF">2024-01-17T20:43:53Z</dcterms:created>
  <dcterms:modified xsi:type="dcterms:W3CDTF">2026-04-16T14:26:58Z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0x0101008A13845BC0BE8D498EAB0B4A65887C77</vt:lpwstr>
  </property>
  <property fmtid="{D5CDD505-2E9C-101B-9397-08002B2CF9AE}" pid="3" name="MediaServiceImageTags">
    <vt:lpwstr/>
  </property>
</Properties>
</file>