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0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62C64A-9B90-0ACA-C999-129930C74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805A2B-8577-0C74-EEC1-C8A9FD581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A6C1E5-D5C4-1787-99D5-856E8F37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ECA3-86F2-4B9E-A0A7-2F8565A4989B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0854B9-2838-1B27-3EAF-35EC63782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7A0951-1979-71A1-E4AF-A59CAA6EA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075F-7E24-446C-9382-BEB374146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4697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53245-30F3-B91F-FAB6-C942BBD68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624F83-82D4-A197-C2CC-7FAEBEFB2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00C7ED-A441-9F22-325C-1C7DF05E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ECA3-86F2-4B9E-A0A7-2F8565A4989B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645D56-4431-6F48-1B6F-057CDA80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F19086-44B5-159B-35B7-571D410C5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075F-7E24-446C-9382-BEB374146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539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6EB52-5EF4-5467-3709-83CCCC2DF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490F58-0FBB-9015-8E82-558F1801C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67C61D-05C6-BDF7-E389-402A9438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ECA3-86F2-4B9E-A0A7-2F8565A4989B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8F0BD3-9FF8-1463-C5B8-2E9D3358E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A79CA2-0F25-DFC7-C86F-524CE0C9A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075F-7E24-446C-9382-BEB374146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72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7F499-EEF6-8B86-6A8D-D6D447758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5075A2-8A04-1361-440B-191B2DDF5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4A27D75-39B0-302C-A995-622F6977B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B3F30B-C308-F773-F43D-109E8ECF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ECA3-86F2-4B9E-A0A7-2F8565A4989B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1C1091-5A30-E730-ADD6-4CE6C0C8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5A6BFB-2248-DDC6-6DBD-FCB0BBB6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075F-7E24-446C-9382-BEB374146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5621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29809-9A1C-6E09-07C1-80C5D5CD4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9DFE31-3C65-0C84-2F2F-53C17A8B0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FA5900-788B-0A8B-9F49-8C7C864F4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6103CE-3F20-0706-D103-731A6BB8E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08D4165-170B-3E6A-5074-0407C67CC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77F273-B9C7-F584-C73C-08EA98AC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ECA3-86F2-4B9E-A0A7-2F8565A4989B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987696-8B7F-B4EE-2A4B-2592CFF9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C117FCF-A392-68B9-4213-FAC7FD861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075F-7E24-446C-9382-BEB374146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709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E8BB-4811-6A0C-7810-5B9024DB4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FD0196D-481C-18A4-1697-245FECA9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ECA3-86F2-4B9E-A0A7-2F8565A4989B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2FBF81A-7858-9F6C-E624-83558FB86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2B1F70-B095-C1C4-F3C7-22F580E4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075F-7E24-446C-9382-BEB374146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3503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8659A86-0E2F-E2F9-0D1F-BEB29C022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ECA3-86F2-4B9E-A0A7-2F8565A4989B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31103D4-D472-2B71-F8B5-69288192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F95164-0A1A-39A3-74B5-A1E4E74D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075F-7E24-446C-9382-BEB374146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109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24A741-4249-D830-EDF3-A8E79940B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F0D8A2-0A70-037F-D5CA-78274FCDA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9083C1-85E8-B910-C622-D1AD2F37B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E07C44-6900-AD4B-C806-6F97F229A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ECA3-86F2-4B9E-A0A7-2F8565A4989B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5E479F-2AC1-5406-E68D-5B7402E3E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7BEC47-4144-637B-EA26-A0E818C0B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075F-7E24-446C-9382-BEB374146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766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A19343-2AC4-A561-52A5-0716BA4BF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D29CFDB-417C-C227-3B4C-B047B3A4F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DE6EE0-9BC4-0D96-C8B3-7D9DC3E7C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1FFAA5-4827-2447-50B0-84FC749BF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ECA3-86F2-4B9E-A0A7-2F8565A4989B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D5938D-AC3D-E0D7-6416-F5055C2CE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4027BF-704C-86B0-6F7F-3A07AE6FA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075F-7E24-446C-9382-BEB374146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589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47571-30D3-2AD9-B3A4-967555562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FA0EA2-95A1-71A5-F249-EF1F5BACD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22B6AA-5BEF-D73F-77C7-5BFD5C20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ECA3-86F2-4B9E-A0A7-2F8565A4989B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8B5F0B-C421-A329-BCD9-E75BB6C26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8C3D98-D2A0-E274-41EB-72C289595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075F-7E24-446C-9382-BEB374146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345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31D9B9-6456-8831-0523-4175F9EB82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C19CEF-5A3D-B2E8-4E43-364C1DAF2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03A1B2-3FF1-0ABE-5495-3EEBF2522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ECA3-86F2-4B9E-A0A7-2F8565A4989B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86D2C-8C84-CA3E-0023-0816A15B0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590DD1-D0D3-444A-CFAC-19F24E08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075F-7E24-446C-9382-BEB374146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0939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mero der-inf-ne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9F9B64-801C-E342-9BCE-506FB414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09DA-112D-7C4B-BA11-5213740A965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764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CD4FD4-AE4C-2843-763F-CD261BA6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DEAA44-2772-18B4-C59A-F21B26BE3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6E53D4-C3DB-2871-4AA4-8E3EA522A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7ECA3-86F2-4B9E-A0A7-2F8565A4989B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829766-3B66-61F0-B0E0-27B707014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D96F28-DF2F-1377-603C-0F3A72CDB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5075F-7E24-446C-9382-BEB374146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092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8FD3518-27D6-196C-E42F-26925049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09DA-112D-7C4B-BA11-5213740A9656}" type="slidenum">
              <a:rPr lang="es-CO" smtClean="0"/>
              <a:t>1</a:t>
            </a:fld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41718CD-194A-4D24-92C3-7172389BB9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39" y="-70320"/>
            <a:ext cx="12326143" cy="692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404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0cd4bbda18b18ac5177d16127a1a2b37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336f27b0b3dfed44956b7410a1f91a35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Props1.xml><?xml version="1.0" encoding="utf-8"?>
<ds:datastoreItem xmlns:ds="http://schemas.openxmlformats.org/officeDocument/2006/customXml" ds:itemID="{698BF832-7FD8-4F62-AC9E-39F3E2D66C66}"/>
</file>

<file path=customXml/itemProps2.xml><?xml version="1.0" encoding="utf-8"?>
<ds:datastoreItem xmlns:ds="http://schemas.openxmlformats.org/officeDocument/2006/customXml" ds:itemID="{56F48A4B-ECE2-4889-8E30-2E1195D9F9A4}"/>
</file>

<file path=customXml/itemProps3.xml><?xml version="1.0" encoding="utf-8"?>
<ds:datastoreItem xmlns:ds="http://schemas.openxmlformats.org/officeDocument/2006/customXml" ds:itemID="{FC4C1A6C-5756-4680-9659-EBEB137AC0A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Copete Mendez</dc:creator>
  <cp:lastModifiedBy>Claudia Copete Mendez</cp:lastModifiedBy>
  <cp:revision>1</cp:revision>
  <dcterms:created xsi:type="dcterms:W3CDTF">2025-01-31T15:19:51Z</dcterms:created>
  <dcterms:modified xsi:type="dcterms:W3CDTF">2025-01-31T15:20:14Z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</Properties>
</file>