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341" r:id="rId5"/>
    <p:sldId id="260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BA824A-4139-667C-2147-94A5DAC1B721}" v="3" dt="2026-08-13T14:36:27.472"/>
    <p1510:client id="{9373AF70-67D2-DF37-42AC-1AB1A890FE40}" v="2" dt="2026-08-13T14:14:38.5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idy D. Romero Aguiar" userId="S::heidyromero@cbit-online.com::e5c2d023-8841-45cd-a450-44328d5b70f1" providerId="AD" clId="Web-{9373AF70-67D2-DF37-42AC-1AB1A890FE40}"/>
    <pc:docChg chg="addSld modSld">
      <pc:chgData name="Heidy D. Romero Aguiar" userId="S::heidyromero@cbit-online.com::e5c2d023-8841-45cd-a450-44328d5b70f1" providerId="AD" clId="Web-{9373AF70-67D2-DF37-42AC-1AB1A890FE40}" dt="2026-08-13T14:14:38.571" v="1"/>
      <pc:docMkLst>
        <pc:docMk/>
      </pc:docMkLst>
      <pc:sldChg chg="delSp add">
        <pc:chgData name="Heidy D. Romero Aguiar" userId="S::heidyromero@cbit-online.com::e5c2d023-8841-45cd-a450-44328d5b70f1" providerId="AD" clId="Web-{9373AF70-67D2-DF37-42AC-1AB1A890FE40}" dt="2026-08-13T14:14:38.571" v="1"/>
        <pc:sldMkLst>
          <pc:docMk/>
          <pc:sldMk cId="1996013887" sldId="260"/>
        </pc:sldMkLst>
        <pc:picChg chg="del">
          <ac:chgData name="Heidy D. Romero Aguiar" userId="S::heidyromero@cbit-online.com::e5c2d023-8841-45cd-a450-44328d5b70f1" providerId="AD" clId="Web-{9373AF70-67D2-DF37-42AC-1AB1A890FE40}" dt="2026-08-13T14:14:38.571" v="1"/>
          <ac:picMkLst>
            <pc:docMk/>
            <pc:sldMk cId="1996013887" sldId="260"/>
            <ac:picMk id="56" creationId="{00000000-0000-0000-0000-000000000000}"/>
          </ac:picMkLst>
        </pc:picChg>
      </pc:sldChg>
    </pc:docChg>
  </pc:docChgLst>
  <pc:docChgLst>
    <pc:chgData name="Heidy D. Romero Aguiar" userId="S::heidyromero@cbit-online.com::e5c2d023-8841-45cd-a450-44328d5b70f1" providerId="AD" clId="Web-{19BA824A-4139-667C-2147-94A5DAC1B721}"/>
    <pc:docChg chg="addSld delSld modSld">
      <pc:chgData name="Heidy D. Romero Aguiar" userId="S::heidyromero@cbit-online.com::e5c2d023-8841-45cd-a450-44328d5b70f1" providerId="AD" clId="Web-{19BA824A-4139-667C-2147-94A5DAC1B721}" dt="2026-08-13T14:36:27.472" v="2"/>
      <pc:docMkLst>
        <pc:docMk/>
      </pc:docMkLst>
      <pc:sldChg chg="del">
        <pc:chgData name="Heidy D. Romero Aguiar" userId="S::heidyromero@cbit-online.com::e5c2d023-8841-45cd-a450-44328d5b70f1" providerId="AD" clId="Web-{19BA824A-4139-667C-2147-94A5DAC1B721}" dt="2026-08-13T14:36:27.472" v="2"/>
        <pc:sldMkLst>
          <pc:docMk/>
          <pc:sldMk cId="4173140434" sldId="340"/>
        </pc:sldMkLst>
      </pc:sldChg>
      <pc:sldChg chg="addSp modSp new">
        <pc:chgData name="Heidy D. Romero Aguiar" userId="S::heidyromero@cbit-online.com::e5c2d023-8841-45cd-a450-44328d5b70f1" providerId="AD" clId="Web-{19BA824A-4139-667C-2147-94A5DAC1B721}" dt="2026-08-13T14:36:23.847" v="1"/>
        <pc:sldMkLst>
          <pc:docMk/>
          <pc:sldMk cId="1046203579" sldId="341"/>
        </pc:sldMkLst>
        <pc:picChg chg="add mod">
          <ac:chgData name="Heidy D. Romero Aguiar" userId="S::heidyromero@cbit-online.com::e5c2d023-8841-45cd-a450-44328d5b70f1" providerId="AD" clId="Web-{19BA824A-4139-667C-2147-94A5DAC1B721}" dt="2026-08-13T14:36:23.847" v="1"/>
          <ac:picMkLst>
            <pc:docMk/>
            <pc:sldMk cId="1046203579" sldId="341"/>
            <ac:picMk id="2" creationId="{6E4643BD-1718-322A-BE7F-8AD51E38420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02FD-BE41-4884-80C3-9414A110BFA5}" type="datetimeFigureOut"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E3A75-A488-4EDE-9279-15C404B4EBD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48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4B4166-56B7-2824-0991-02148627B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8A54FD-6F36-6383-4554-66498EEC1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BA8BBC-7D52-E454-09E0-18A13E6F1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41FF-1CC3-4B9F-A36E-9DEFD1C7EA07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B1C7EB-635E-1861-17AE-4C427AB2A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64FA62-0621-48F6-75F8-492E67E16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340A2-7A4A-4728-9C97-75F58132012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649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A35220-1490-CEC0-3732-7241CB7A0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6BCC8F-29E7-3D1A-8505-28053784A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3C4158-1C3B-5462-05B1-5B8D7BC5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41FF-1CC3-4B9F-A36E-9DEFD1C7EA07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DC9A3A-D1C5-29C6-E9E7-DEB0254C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3B7E49-8389-4B3A-D971-75171CABE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340A2-7A4A-4728-9C97-75F58132012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23414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425FF8-104D-6CD6-F0EC-88377DE58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8B90AC-EA05-B6B6-DBC3-3665B69A9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281583-53F9-DFC3-B487-4D1633BB0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41FF-1CC3-4B9F-A36E-9DEFD1C7EA07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FC9208-5F85-4A13-5749-7E44A624F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76D2B3-5BE4-9F1F-A30A-E39877296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340A2-7A4A-4728-9C97-75F58132012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26796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E71A0D-0DFB-3DB0-603A-A0B42B54B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BCB6F4-36AE-513C-F5CE-729FA838F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BE8292-B000-475B-DB5C-2B9ABE583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E9964F-6291-A739-DDA6-8219DBA3F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41FF-1CC3-4B9F-A36E-9DEFD1C7EA07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F69FE2-EDE0-A74A-7438-F9B4999EA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68A290-9F53-B0DD-D701-096190AD1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340A2-7A4A-4728-9C97-75F58132012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8128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1F2CA-251D-7E30-32E9-329F04872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713CEC-296F-822B-4113-265022BF4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801619-9B88-A8D1-816C-236E1696A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1ABB6B1-5DDF-C144-A6CB-E7FE88490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175E70-7026-749D-F0EC-71742CC937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C611368-67AA-64A4-FC0C-0F868FAAD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41FF-1CC3-4B9F-A36E-9DEFD1C7EA07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13DFA00-F9DD-6326-35F8-A3A854025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4B2B5D3-E27A-A02A-E05F-EAFC645AB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340A2-7A4A-4728-9C97-75F58132012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1181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D20FAC-279D-996B-8763-D597C4A24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CACD8A9-F289-4B3B-AE57-C7172C0C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41FF-1CC3-4B9F-A36E-9DEFD1C7EA07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365922D-89A3-94DE-0342-4B66529AF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D970027-EEF4-CC3F-2774-B19A3FD8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340A2-7A4A-4728-9C97-75F58132012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1997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5E655E6-423F-DE6D-7F10-50A4DBB57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41FF-1CC3-4B9F-A36E-9DEFD1C7EA07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C5F1A80-D37A-1B5F-ED73-68081BDD4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D62216-DDC3-FDD9-E7A8-1C8D34219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340A2-7A4A-4728-9C97-75F58132012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5783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81E6F7-334C-4A09-77F6-78AEBD3C2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B4B93F-5F55-2285-CFFD-135B9E2E7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B8000E-4632-24E5-F6E9-B831D5A62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B3BC9E-A3BA-5BB1-4BC9-9531DF131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41FF-1CC3-4B9F-A36E-9DEFD1C7EA07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F88CAA-91A7-51F9-1864-7F9FC2118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BD9D33-5978-D5B7-0246-E00A94238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340A2-7A4A-4728-9C97-75F58132012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6021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087084-845F-77E8-BA77-3779A28DF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E0E89B6-3EDD-E34D-BE00-4B4570F8A6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7707C2-22E8-DB3E-E1C2-D9175AFC1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1F1351-D1E5-D2DD-53AA-D21931371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41FF-1CC3-4B9F-A36E-9DEFD1C7EA07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A2C7F3-5526-AD45-9D89-0A1CE8383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D2929A-7155-659F-4CD9-9A1B8DA5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340A2-7A4A-4728-9C97-75F58132012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191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DF8E34-E698-B911-EA92-D0D7C8B9B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7A5518-6139-73C5-20CA-70914C4E1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F393DF-0F33-B2AC-387D-EF9EB9796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41FF-1CC3-4B9F-A36E-9DEFD1C7EA07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9D990B-CD7D-F6C3-48BC-20496E4B8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EABAB7-8933-C21C-E64E-4F2D886B8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340A2-7A4A-4728-9C97-75F58132012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9946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0FAA373-3944-F88E-A159-3A4DA64E23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9446806-A523-84C1-3680-05B9B4AEB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680513-9C91-8479-4B34-287355445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41FF-1CC3-4B9F-A36E-9DEFD1C7EA07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ED3348-BE45-C3A1-DEA7-9BFB19D6D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CCD784-AFE9-2022-D7BE-160BF420E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340A2-7A4A-4728-9C97-75F58132012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1486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mero der-inf-neg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9F9B64-801C-E342-9BCE-506FB414C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F09DA-112D-7C4B-BA11-5213740A965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9861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B9A8817-C7E4-F62B-5C31-6552140CF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F0C97C-AAF1-0F36-B6EF-BD355E7C3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081A93-6539-91F5-27D7-0BBB12B978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8441FF-1CC3-4B9F-A36E-9DEFD1C7EA07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FBF16D-A69D-FA61-BCF9-80E87C590E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AA4C81-9B50-AB82-390B-D66C20976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E340A2-7A4A-4728-9C97-75F58132012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1013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4643BD-1718-322A-BE7F-8AD51E384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4" y="0"/>
            <a:ext cx="121577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203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41" y="3172"/>
            <a:ext cx="12180720" cy="697014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8414" y="1441281"/>
            <a:ext cx="3361486" cy="2813442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2189475" y="337965"/>
            <a:ext cx="9706423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21698" y="918591"/>
            <a:ext cx="6090361" cy="10383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939747" y="4111078"/>
            <a:ext cx="8920079" cy="1061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431955" y="3019488"/>
            <a:ext cx="7914596" cy="10945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935595" y="1957873"/>
            <a:ext cx="6923476" cy="10616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408711" y="5175692"/>
            <a:ext cx="9853743" cy="10727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954240" y="1227584"/>
            <a:ext cx="1776354" cy="6457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98" b="1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 / Technical Leader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993448" y="2248931"/>
            <a:ext cx="2706826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98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968337" y="3329322"/>
            <a:ext cx="3087473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98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968338" y="4420870"/>
            <a:ext cx="3600325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98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  <a:endParaRPr lang="es-CO" sz="1798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968338" y="5282386"/>
            <a:ext cx="3600325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98" b="1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8500881" y="5587378"/>
            <a:ext cx="2876002" cy="599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99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lang="en-US" sz="1099" dirty="0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2177469" y="5675621"/>
            <a:ext cx="2833710" cy="2613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99" dirty="0" err="1">
                <a:solidFill>
                  <a:schemeClr val="bg1"/>
                </a:solidFill>
              </a:rPr>
              <a:t>experenciadecliente</a:t>
            </a:r>
            <a:r>
              <a:rPr lang="en-US" sz="1099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8740546" y="2739742"/>
            <a:ext cx="2396668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8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KAM</a:t>
            </a:r>
            <a:endParaRPr lang="en-US" sz="1798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8740549" y="3185606"/>
            <a:ext cx="2396668" cy="3382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99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Elva G. Villagomez Candia</a:t>
            </a:r>
            <a:endParaRPr lang="en-US" sz="1599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8296859" y="3481663"/>
            <a:ext cx="3370230" cy="3074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99" dirty="0">
                <a:solidFill>
                  <a:srgbClr val="FFFFFF"/>
                </a:solidFill>
                <a:ea typeface="+mn-lt"/>
                <a:cs typeface="+mn-lt"/>
              </a:rPr>
              <a:t>elvavillagomez@periferia-it.pe</a:t>
            </a:r>
            <a:endParaRPr lang="es-ES" sz="1798" dirty="0">
              <a:ea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8655960" y="3777723"/>
            <a:ext cx="2565844" cy="3074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99" dirty="0">
                <a:solidFill>
                  <a:srgbClr val="FFFFFF"/>
                </a:solidFill>
                <a:ea typeface="+mn-lt"/>
                <a:cs typeface="+mn-lt"/>
              </a:rPr>
              <a:t>+51  993 346269</a:t>
            </a:r>
            <a:endParaRPr lang="es-ES" sz="1798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530FE51-B181-6445-3657-35EB5B966A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6426" y="1779182"/>
            <a:ext cx="784911" cy="784911"/>
          </a:xfrm>
          <a:prstGeom prst="rect">
            <a:avLst/>
          </a:prstGeom>
        </p:spPr>
      </p:pic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8435853" y="468918"/>
            <a:ext cx="2960073" cy="931552"/>
          </a:xfrm>
          <a:prstGeom prst="rect">
            <a:avLst/>
          </a:prstGeom>
        </p:spPr>
        <p:txBody>
          <a:bodyPr vert="horz" lIns="68517" tIns="34259" rIns="68517" bIns="34259" rtlCol="0" anchor="ctr">
            <a:no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797" b="1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lang="en-US" sz="2797" b="1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7919" y="3175072"/>
            <a:ext cx="784911" cy="78340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7919" y="4249320"/>
            <a:ext cx="784911" cy="78491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7917" y="5319609"/>
            <a:ext cx="784911" cy="784911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873" y="4549734"/>
            <a:ext cx="2830017" cy="968105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7643885" y="6535922"/>
            <a:ext cx="2565844" cy="307491"/>
          </a:xfrm>
          <a:prstGeom prst="rect">
            <a:avLst/>
          </a:prstGeom>
          <a:noFill/>
        </p:spPr>
        <p:txBody>
          <a:bodyPr rot="0" spcFirstLastPara="0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99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n-US" sz="1798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766" y="6689669"/>
            <a:ext cx="2147597" cy="41239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2679" y="1070289"/>
            <a:ext cx="783401" cy="784911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4840" y="2108646"/>
            <a:ext cx="784911" cy="78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138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48dcbb-4498-453a-bb2a-2f6e93dc52f8">
      <Terms xmlns="http://schemas.microsoft.com/office/infopath/2007/PartnerControls"/>
    </lcf76f155ced4ddcb4097134ff3c332f>
    <TaxCatchAll xmlns="42031908-afc3-4861-95d9-cc85d1091e3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E1DC07-83BB-4B68-91D4-BCA0B3AC96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9E1D76-1243-474C-B6CD-0C8638AAC16F}">
  <ds:schemaRefs>
    <ds:schemaRef ds:uri="http://schemas.microsoft.com/office/2006/metadata/properties"/>
    <ds:schemaRef ds:uri="http://schemas.microsoft.com/office/infopath/2007/PartnerControls"/>
    <ds:schemaRef ds:uri="4948dcbb-4498-453a-bb2a-2f6e93dc52f8"/>
    <ds:schemaRef ds:uri="42031908-afc3-4861-95d9-cc85d1091e34"/>
  </ds:schemaRefs>
</ds:datastoreItem>
</file>

<file path=customXml/itemProps3.xml><?xml version="1.0" encoding="utf-8"?>
<ds:datastoreItem xmlns:ds="http://schemas.openxmlformats.org/officeDocument/2006/customXml" ds:itemID="{F0BE23E4-576B-42DE-ACA0-6CCC3DAB06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Claudia Copete Mendez</dc:creator>
  <cp:lastModifiedBy>Claudia Copete Mendez</cp:lastModifiedBy>
  <cp:revision>6</cp:revision>
  <dcterms:created xsi:type="dcterms:W3CDTF">2025-01-31T15:28:43Z</dcterms:created>
  <dcterms:modified xsi:type="dcterms:W3CDTF">2026-08-13T14:36:34Z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