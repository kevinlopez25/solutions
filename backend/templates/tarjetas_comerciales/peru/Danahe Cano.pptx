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483052" r:id="rId5"/>
    <p:sldId id="2147483044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8D2E6-00CD-F42A-AAFF-15395887E423}" v="7" dt="2026-08-20T13:51:34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E908D2E6-00CD-F42A-AAFF-15395887E423}"/>
    <pc:docChg chg="addSld delSld modSld sldOrd">
      <pc:chgData name="Heidy D. Romero Aguiar" userId="S::heidyromero@cbit-online.com::e5c2d023-8841-45cd-a450-44328d5b70f1" providerId="AD" clId="Web-{E908D2E6-00CD-F42A-AAFF-15395887E423}" dt="2026-08-20T13:51:34.191" v="6"/>
      <pc:docMkLst>
        <pc:docMk/>
      </pc:docMkLst>
      <pc:sldChg chg="delSp del">
        <pc:chgData name="Heidy D. Romero Aguiar" userId="S::heidyromero@cbit-online.com::e5c2d023-8841-45cd-a450-44328d5b70f1" providerId="AD" clId="Web-{E908D2E6-00CD-F42A-AAFF-15395887E423}" dt="2026-08-20T13:51:32.441" v="5"/>
        <pc:sldMkLst>
          <pc:docMk/>
          <pc:sldMk cId="2406273178" sldId="256"/>
        </pc:sldMkLst>
        <pc:spChg chg="del">
          <ac:chgData name="Heidy D. Romero Aguiar" userId="S::heidyromero@cbit-online.com::e5c2d023-8841-45cd-a450-44328d5b70f1" providerId="AD" clId="Web-{E908D2E6-00CD-F42A-AAFF-15395887E423}" dt="2026-08-20T13:51:06.596" v="0"/>
          <ac:spMkLst>
            <pc:docMk/>
            <pc:sldMk cId="2406273178" sldId="256"/>
            <ac:spMk id="2" creationId="{00000000-0000-0000-0000-000000000000}"/>
          </ac:spMkLst>
        </pc:spChg>
        <pc:spChg chg="del">
          <ac:chgData name="Heidy D. Romero Aguiar" userId="S::heidyromero@cbit-online.com::e5c2d023-8841-45cd-a450-44328d5b70f1" providerId="AD" clId="Web-{E908D2E6-00CD-F42A-AAFF-15395887E423}" dt="2026-08-20T13:51:10.206" v="1"/>
          <ac:spMkLst>
            <pc:docMk/>
            <pc:sldMk cId="2406273178" sldId="256"/>
            <ac:spMk id="3" creationId="{00000000-0000-0000-0000-000000000000}"/>
          </ac:spMkLst>
        </pc:spChg>
      </pc:sldChg>
      <pc:sldChg chg="delSp add">
        <pc:chgData name="Heidy D. Romero Aguiar" userId="S::heidyromero@cbit-online.com::e5c2d023-8841-45cd-a450-44328d5b70f1" providerId="AD" clId="Web-{E908D2E6-00CD-F42A-AAFF-15395887E423}" dt="2026-08-20T13:51:34.191" v="6"/>
        <pc:sldMkLst>
          <pc:docMk/>
          <pc:sldMk cId="4024036522" sldId="2147483044"/>
        </pc:sldMkLst>
        <pc:picChg chg="del">
          <ac:chgData name="Heidy D. Romero Aguiar" userId="S::heidyromero@cbit-online.com::e5c2d023-8841-45cd-a450-44328d5b70f1" providerId="AD" clId="Web-{E908D2E6-00CD-F42A-AAFF-15395887E423}" dt="2026-08-20T13:51:34.191" v="6"/>
          <ac:picMkLst>
            <pc:docMk/>
            <pc:sldMk cId="4024036522" sldId="2147483044"/>
            <ac:picMk id="10" creationId="{65A4C04C-2E9D-9953-FC07-522F262A057E}"/>
          </ac:picMkLst>
        </pc:picChg>
      </pc:sldChg>
      <pc:sldChg chg="add ord">
        <pc:chgData name="Heidy D. Romero Aguiar" userId="S::heidyromero@cbit-online.com::e5c2d023-8841-45cd-a450-44328d5b70f1" providerId="AD" clId="Web-{E908D2E6-00CD-F42A-AAFF-15395887E423}" dt="2026-08-20T13:51:31.238" v="4"/>
        <pc:sldMkLst>
          <pc:docMk/>
          <pc:sldMk cId="1444509373" sldId="21474830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B13BA-ADE9-42AE-8D22-5A2A2CBBCAC8}" type="datetimeFigureOut">
              <a:t>20/08/2026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A8C10-EE4D-43F7-9688-E2B37C74D7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0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46853-6758-2220-69DD-EF6CAD57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9C427AC-616D-8F8B-F28D-6F23951A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06" b="4962"/>
          <a:stretch>
            <a:fillRect/>
          </a:stretch>
        </p:blipFill>
        <p:spPr>
          <a:xfrm>
            <a:off x="275574" y="706578"/>
            <a:ext cx="11640852" cy="58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0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954240" y="1227585"/>
            <a:ext cx="1776354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Scrum Master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993448" y="2248931"/>
            <a:ext cx="2706826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968337" y="3329322"/>
            <a:ext cx="3087473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968338" y="4420870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</a:t>
            </a:r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CO" sz="1798" b="1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</a:t>
            </a:r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Manager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968338" y="5282386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798" b="1" noProof="0" dirty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</a:t>
            </a:r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s-CO" sz="1798" b="1" noProof="0" dirty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Experience</a:t>
            </a:r>
            <a:r>
              <a:rPr lang="es-CO" sz="1798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8500881" y="5587378"/>
            <a:ext cx="2876002" cy="59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99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2177469" y="5675621"/>
            <a:ext cx="2833710" cy="26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99" noProof="0" dirty="0">
                <a:solidFill>
                  <a:schemeClr val="bg1"/>
                </a:solidFill>
              </a:rPr>
              <a:t>experenciadecliente</a:t>
            </a:r>
            <a:r>
              <a:rPr lang="es-CO" sz="1099" noProof="0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8759968" y="2712648"/>
            <a:ext cx="2396668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798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s-CO" sz="1798" b="1" noProof="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8740549" y="3185606"/>
            <a:ext cx="2396668" cy="338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599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Danahe Cano </a:t>
            </a:r>
            <a:endParaRPr lang="es-CO" sz="1599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8296859" y="3481663"/>
            <a:ext cx="3370230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ea typeface="+mn-lt"/>
                <a:cs typeface="+mn-lt"/>
              </a:rPr>
              <a:t>danahecano@periferiaitgroup.com</a:t>
            </a:r>
            <a:endParaRPr lang="es-CO" sz="1798" noProof="0" dirty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8655960" y="3777723"/>
            <a:ext cx="2565844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ea typeface="+mn-lt"/>
                <a:cs typeface="+mn-lt"/>
              </a:rPr>
              <a:t>+ 51 978573188</a:t>
            </a:r>
            <a:endParaRPr lang="es-CO" sz="1798" noProof="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6426" y="1779182"/>
            <a:ext cx="784911" cy="784911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19" y="317507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7643885" y="6535922"/>
            <a:ext cx="2565844" cy="307491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99" noProof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s-CO" sz="1798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36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D25EF78D-CA42-4E95-AAB5-49F77CD728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0A5F8C-9425-4322-8FC8-CF0C36F299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19D9D-2702-4FB6-87BA-6D1411D7704C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2026-08-20T13:51:00Z</dcterms:created>
  <dcterms:modified xsi:type="dcterms:W3CDTF">2026-08-20T13:51:36Z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