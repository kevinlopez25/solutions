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"/>
  </p:notesMasterIdLst>
  <p:sldIdLst>
    <p:sldId id="267" r:id="rId5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33"/>
    <a:srgbClr val="333333"/>
    <a:srgbClr val="E4EFD9"/>
    <a:srgbClr val="54A771"/>
    <a:srgbClr val="253880"/>
    <a:srgbClr val="BA32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69395A-0D9E-BF4D-AE8E-B5D98D069B99}" v="7" dt="2024-02-07T14:35:02.419"/>
    <p1510:client id="{750F57D1-7C51-93FE-4FF9-BB1514E00E61}" v="1" dt="2024-02-07T13:18:15.5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51"/>
    <p:restoredTop sz="94658"/>
  </p:normalViewPr>
  <p:slideViewPr>
    <p:cSldViewPr snapToGrid="0">
      <p:cViewPr varScale="1">
        <p:scale>
          <a:sx n="154" d="100"/>
          <a:sy n="154" d="100"/>
        </p:scale>
        <p:origin x="152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8F67-8168-3B43-9BE2-079417FBDB0F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9EAED-883F-F34C-91F5-3F423528D29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06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383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97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174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519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999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3786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01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4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8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99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3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5D543-1F4B-4249-95B4-E282C1AB3B00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436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66EA882-32C8-243D-FF47-78E3FD65EB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" y="-52789"/>
            <a:ext cx="9253167" cy="5197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225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031908-afc3-4861-95d9-cc85d1091e34" xsi:nil="true"/>
    <lcf76f155ced4ddcb4097134ff3c332f xmlns="4948dcbb-4498-453a-bb2a-2f6e93dc52f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45F8F8A-C913-4FAA-B8AF-971175F8F2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09E6BF-2617-4312-A182-EAC931BC6F16}"/>
</file>

<file path=customXml/itemProps3.xml><?xml version="1.0" encoding="utf-8"?>
<ds:datastoreItem xmlns:ds="http://schemas.openxmlformats.org/officeDocument/2006/customXml" ds:itemID="{FE93E959-676C-47DA-8D5F-FE602D004E80}">
  <ds:schemaRefs>
    <ds:schemaRef ds:uri="http://purl.org/dc/terms/"/>
    <ds:schemaRef ds:uri="http://purl.org/dc/dcmitype/"/>
    <ds:schemaRef ds:uri="http://purl.org/dc/elements/1.1/"/>
    <ds:schemaRef ds:uri="ebbf6276-346d-47e8-aa4b-bdd022f42014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569a3ee8-acd2-4e88-aa54-11c88a6c45aa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4988</TotalTime>
  <Words>0</Words>
  <Application>Microsoft Macintosh PowerPoint</Application>
  <PresentationFormat>Personalizado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presentación</dc:title>
  <dc:creator>Angela Camargo</dc:creator>
  <cp:lastModifiedBy>Alex D. Camargo Silva</cp:lastModifiedBy>
  <cp:revision>20</cp:revision>
  <dcterms:created xsi:type="dcterms:W3CDTF">2024-01-17T20:43:53Z</dcterms:created>
  <dcterms:modified xsi:type="dcterms:W3CDTF">2025-09-19T17:14:34Z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