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147483049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E3D8C-8463-424C-9F05-CAA681ED250F}" v="1" dt="2026-08-21T04:37:13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6"/>
    <p:restoredTop sz="94658"/>
  </p:normalViewPr>
  <p:slideViewPr>
    <p:cSldViewPr snapToGrid="0">
      <p:cViewPr varScale="1">
        <p:scale>
          <a:sx n="85" d="100"/>
          <a:sy n="85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Garcia Figueroa" userId="5ade7a56-16ab-4bbf-aa7f-7705f28cf7a1" providerId="ADAL" clId="{4318AAAF-6315-43F1-8220-196824CC497C}"/>
    <pc:docChg chg="custSel addSld modSld">
      <pc:chgData name="Gabriela Garcia Figueroa" userId="5ade7a56-16ab-4bbf-aa7f-7705f28cf7a1" providerId="ADAL" clId="{4318AAAF-6315-43F1-8220-196824CC497C}" dt="2026-08-21T04:37:16.079" v="1" actId="478"/>
      <pc:docMkLst>
        <pc:docMk/>
      </pc:docMkLst>
      <pc:sldChg chg="delSp add mod">
        <pc:chgData name="Gabriela Garcia Figueroa" userId="5ade7a56-16ab-4bbf-aa7f-7705f28cf7a1" providerId="ADAL" clId="{4318AAAF-6315-43F1-8220-196824CC497C}" dt="2026-08-21T04:37:16.079" v="1" actId="478"/>
        <pc:sldMkLst>
          <pc:docMk/>
          <pc:sldMk cId="4194040063" sldId="2147483049"/>
        </pc:sldMkLst>
        <pc:picChg chg="del">
          <ac:chgData name="Gabriela Garcia Figueroa" userId="5ade7a56-16ab-4bbf-aa7f-7705f28cf7a1" providerId="ADAL" clId="{4318AAAF-6315-43F1-8220-196824CC497C}" dt="2026-08-21T04:37:16.079" v="1" actId="478"/>
          <ac:picMkLst>
            <pc:docMk/>
            <pc:sldMk cId="4194040063" sldId="2147483049"/>
            <ac:picMk id="12" creationId="{1C7B4348-1C3A-53E0-E8A3-F916F595BF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E262AF-9322-4116-B063-A7CE15D7F1CA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20/08/2026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52789"/>
            <a:ext cx="9253164" cy="51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2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kumimoji="0" lang="en-US" sz="82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kumimoji="0" lang="en-US" sz="21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198" y="1474196"/>
            <a:ext cx="589228" cy="588095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www.periferiaitgroup.com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sp>
        <p:nvSpPr>
          <p:cNvPr id="19" name="TextBox 41">
            <a:extLst>
              <a:ext uri="{FF2B5EF4-FFF2-40B4-BE49-F238E27FC236}">
                <a16:creationId xmlns:a16="http://schemas.microsoft.com/office/drawing/2014/main" id="{8712DEA0-65CD-DE3B-AD10-4EB9CF347619}"/>
              </a:ext>
            </a:extLst>
          </p:cNvPr>
          <p:cNvSpPr txBox="1"/>
          <p:nvPr/>
        </p:nvSpPr>
        <p:spPr>
          <a:xfrm>
            <a:off x="6232846" y="2095082"/>
            <a:ext cx="253212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KAM</a:t>
            </a: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42">
            <a:extLst>
              <a:ext uri="{FF2B5EF4-FFF2-40B4-BE49-F238E27FC236}">
                <a16:creationId xmlns:a16="http://schemas.microsoft.com/office/drawing/2014/main" id="{D3CE9AC9-131A-4F33-34F7-00732A820158}"/>
              </a:ext>
            </a:extLst>
          </p:cNvPr>
          <p:cNvSpPr txBox="1"/>
          <p:nvPr/>
        </p:nvSpPr>
        <p:spPr>
          <a:xfrm>
            <a:off x="6232845" y="2380511"/>
            <a:ext cx="2521339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/>
                <a:ea typeface="Calibri"/>
                <a:cs typeface="Calibri"/>
              </a:rPr>
              <a:t>Juan Arango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23" name="TextBox 44">
            <a:extLst>
              <a:ext uri="{FF2B5EF4-FFF2-40B4-BE49-F238E27FC236}">
                <a16:creationId xmlns:a16="http://schemas.microsoft.com/office/drawing/2014/main" id="{5DE2976A-244A-B845-DCFA-E53A4DF860D4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juanarango@periferiaitgroup.com </a:t>
            </a:r>
            <a:endParaRPr kumimoji="0" lang="es-E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TextBox 45">
            <a:extLst>
              <a:ext uri="{FF2B5EF4-FFF2-40B4-BE49-F238E27FC236}">
                <a16:creationId xmlns:a16="http://schemas.microsoft.com/office/drawing/2014/main" id="{EA623725-C0BE-66B6-A4A4-2D0D5F6D0B5C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050" noProof="0" dirty="0">
                <a:solidFill>
                  <a:srgbClr val="FFFFFF"/>
                </a:solidFill>
                <a:ea typeface="+mn-lt"/>
                <a:cs typeface="+mn-lt"/>
              </a:rPr>
              <a:t>(+57) 315 504 23 46 </a:t>
            </a:r>
          </a:p>
        </p:txBody>
      </p:sp>
      <p:pic>
        <p:nvPicPr>
          <p:cNvPr id="111" name="Picture 4">
            <a:extLst>
              <a:ext uri="{FF2B5EF4-FFF2-40B4-BE49-F238E27FC236}">
                <a16:creationId xmlns:a16="http://schemas.microsoft.com/office/drawing/2014/main" id="{747305A1-FE4D-0942-4014-F0440B06E2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91273" y="691325"/>
            <a:ext cx="4567771" cy="778768"/>
          </a:xfrm>
          <a:prstGeom prst="rect">
            <a:avLst/>
          </a:prstGeom>
        </p:spPr>
      </p:pic>
      <p:pic>
        <p:nvPicPr>
          <p:cNvPr id="113" name="Picture 5">
            <a:extLst>
              <a:ext uri="{FF2B5EF4-FFF2-40B4-BE49-F238E27FC236}">
                <a16:creationId xmlns:a16="http://schemas.microsoft.com/office/drawing/2014/main" id="{03969350-636A-94B0-CF01-3B541FDFE4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454810" y="3085690"/>
            <a:ext cx="6690059" cy="796046"/>
          </a:xfrm>
          <a:prstGeom prst="rect">
            <a:avLst/>
          </a:prstGeom>
        </p:spPr>
      </p:pic>
      <p:pic>
        <p:nvPicPr>
          <p:cNvPr id="115" name="Picture 6">
            <a:extLst>
              <a:ext uri="{FF2B5EF4-FFF2-40B4-BE49-F238E27FC236}">
                <a16:creationId xmlns:a16="http://schemas.microsoft.com/office/drawing/2014/main" id="{5AEC5A4B-C5E6-BFAC-F66F-5699BD68AB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073966" y="2266997"/>
            <a:ext cx="5935947" cy="820926"/>
          </a:xfrm>
          <a:prstGeom prst="rect">
            <a:avLst/>
          </a:prstGeom>
        </p:spPr>
      </p:pic>
      <p:pic>
        <p:nvPicPr>
          <p:cNvPr id="117" name="Picture 7">
            <a:extLst>
              <a:ext uri="{FF2B5EF4-FFF2-40B4-BE49-F238E27FC236}">
                <a16:creationId xmlns:a16="http://schemas.microsoft.com/office/drawing/2014/main" id="{7ED3087F-F3E5-DD45-4991-0256D2EBD04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701696" y="1470786"/>
            <a:ext cx="5192607" cy="796243"/>
          </a:xfrm>
          <a:prstGeom prst="rect">
            <a:avLst/>
          </a:prstGeom>
        </p:spPr>
      </p:pic>
      <p:pic>
        <p:nvPicPr>
          <p:cNvPr id="119" name="Picture 8">
            <a:extLst>
              <a:ext uri="{FF2B5EF4-FFF2-40B4-BE49-F238E27FC236}">
                <a16:creationId xmlns:a16="http://schemas.microsoft.com/office/drawing/2014/main" id="{792E84FA-AB57-53B1-B864-A8D4708976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806533" y="3884151"/>
            <a:ext cx="7390307" cy="804557"/>
          </a:xfrm>
          <a:prstGeom prst="rect">
            <a:avLst/>
          </a:prstGeom>
        </p:spPr>
      </p:pic>
      <p:sp>
        <p:nvSpPr>
          <p:cNvPr id="121" name="TextBox 2">
            <a:extLst>
              <a:ext uri="{FF2B5EF4-FFF2-40B4-BE49-F238E27FC236}">
                <a16:creationId xmlns:a16="http://schemas.microsoft.com/office/drawing/2014/main" id="{AE2D6434-FB8F-D831-7EA9-F55CE408E0A5}"/>
              </a:ext>
            </a:extLst>
          </p:cNvPr>
          <p:cNvSpPr txBox="1"/>
          <p:nvPr/>
        </p:nvSpPr>
        <p:spPr>
          <a:xfrm>
            <a:off x="1465680" y="923069"/>
            <a:ext cx="1332266" cy="484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16" tIns="34259" rIns="68516" bIns="3425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49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123" name="TextBox 3">
            <a:extLst>
              <a:ext uri="{FF2B5EF4-FFF2-40B4-BE49-F238E27FC236}">
                <a16:creationId xmlns:a16="http://schemas.microsoft.com/office/drawing/2014/main" id="{77A3DCC0-BA2D-A99E-20CD-789AAE01B738}"/>
              </a:ext>
            </a:extLst>
          </p:cNvPr>
          <p:cNvSpPr txBox="1"/>
          <p:nvPr/>
        </p:nvSpPr>
        <p:spPr>
          <a:xfrm>
            <a:off x="1495086" y="1689080"/>
            <a:ext cx="2030120" cy="2768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16" tIns="34259" rIns="68516" bIns="3425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4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25" name="TextBox 17">
            <a:extLst>
              <a:ext uri="{FF2B5EF4-FFF2-40B4-BE49-F238E27FC236}">
                <a16:creationId xmlns:a16="http://schemas.microsoft.com/office/drawing/2014/main" id="{61C7483E-A2C8-2F52-E2D0-FFDECBBB33ED}"/>
              </a:ext>
            </a:extLst>
          </p:cNvPr>
          <p:cNvSpPr txBox="1"/>
          <p:nvPr/>
        </p:nvSpPr>
        <p:spPr>
          <a:xfrm>
            <a:off x="1476253" y="2499373"/>
            <a:ext cx="2315605" cy="2768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16" tIns="34259" rIns="68516" bIns="3425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4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127" name="TextBox 19">
            <a:extLst>
              <a:ext uri="{FF2B5EF4-FFF2-40B4-BE49-F238E27FC236}">
                <a16:creationId xmlns:a16="http://schemas.microsoft.com/office/drawing/2014/main" id="{0F2BC6CB-EC3B-9EBD-A089-58BAAB18EB4B}"/>
              </a:ext>
            </a:extLst>
          </p:cNvPr>
          <p:cNvSpPr txBox="1"/>
          <p:nvPr/>
        </p:nvSpPr>
        <p:spPr>
          <a:xfrm>
            <a:off x="1476254" y="3318034"/>
            <a:ext cx="2700244" cy="2768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16" tIns="34259" rIns="68516" bIns="3425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49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49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" name="TextBox 20">
            <a:extLst>
              <a:ext uri="{FF2B5EF4-FFF2-40B4-BE49-F238E27FC236}">
                <a16:creationId xmlns:a16="http://schemas.microsoft.com/office/drawing/2014/main" id="{2B51DD79-666B-E4B8-883A-425BAB3A20DE}"/>
              </a:ext>
            </a:extLst>
          </p:cNvPr>
          <p:cNvSpPr txBox="1"/>
          <p:nvPr/>
        </p:nvSpPr>
        <p:spPr>
          <a:xfrm>
            <a:off x="1476254" y="3964170"/>
            <a:ext cx="2700244" cy="2768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16" tIns="34259" rIns="68516" bIns="3425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49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131" name="TextBox 39">
            <a:extLst>
              <a:ext uri="{FF2B5EF4-FFF2-40B4-BE49-F238E27FC236}">
                <a16:creationId xmlns:a16="http://schemas.microsoft.com/office/drawing/2014/main" id="{30D23C3E-5492-D042-9E27-B04E102A60B3}"/>
              </a:ext>
            </a:extLst>
          </p:cNvPr>
          <p:cNvSpPr txBox="1"/>
          <p:nvPr/>
        </p:nvSpPr>
        <p:spPr>
          <a:xfrm>
            <a:off x="1633102" y="4259097"/>
            <a:ext cx="2125283" cy="1960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16" tIns="34259" rIns="68516" bIns="34259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4" err="1">
                <a:solidFill>
                  <a:schemeClr val="bg1"/>
                </a:solidFill>
              </a:rPr>
              <a:t>experenciadecliente</a:t>
            </a:r>
            <a:r>
              <a:rPr lang="en-US" sz="824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pic>
        <p:nvPicPr>
          <p:cNvPr id="133" name="Picture 51">
            <a:extLst>
              <a:ext uri="{FF2B5EF4-FFF2-40B4-BE49-F238E27FC236}">
                <a16:creationId xmlns:a16="http://schemas.microsoft.com/office/drawing/2014/main" id="{62997E65-2C11-C050-F99D-A5E6138458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940" y="2383685"/>
            <a:ext cx="588683" cy="587551"/>
          </a:xfrm>
          <a:prstGeom prst="rect">
            <a:avLst/>
          </a:prstGeom>
        </p:spPr>
      </p:pic>
      <p:pic>
        <p:nvPicPr>
          <p:cNvPr id="135" name="Picture 53">
            <a:extLst>
              <a:ext uri="{FF2B5EF4-FFF2-40B4-BE49-F238E27FC236}">
                <a16:creationId xmlns:a16="http://schemas.microsoft.com/office/drawing/2014/main" id="{A15F7EF7-2DE2-2E70-A613-64CEEEF68E7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940" y="3189372"/>
            <a:ext cx="588683" cy="588683"/>
          </a:xfrm>
          <a:prstGeom prst="rect">
            <a:avLst/>
          </a:prstGeom>
        </p:spPr>
      </p:pic>
      <p:pic>
        <p:nvPicPr>
          <p:cNvPr id="137" name="Picture 54">
            <a:extLst>
              <a:ext uri="{FF2B5EF4-FFF2-40B4-BE49-F238E27FC236}">
                <a16:creationId xmlns:a16="http://schemas.microsoft.com/office/drawing/2014/main" id="{972DAA09-8394-AF66-8EF7-AB9E98828B3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938" y="3992088"/>
            <a:ext cx="588683" cy="588683"/>
          </a:xfrm>
          <a:prstGeom prst="rect">
            <a:avLst/>
          </a:prstGeom>
        </p:spPr>
      </p:pic>
      <p:pic>
        <p:nvPicPr>
          <p:cNvPr id="139" name="Picture 8" descr="Icono&#10;&#10;Descripción generada automáticamente">
            <a:extLst>
              <a:ext uri="{FF2B5EF4-FFF2-40B4-BE49-F238E27FC236}">
                <a16:creationId xmlns:a16="http://schemas.microsoft.com/office/drawing/2014/main" id="{D5F1E9C7-C75C-6159-1C02-B643F7676EA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7010" y="805098"/>
            <a:ext cx="587551" cy="588683"/>
          </a:xfrm>
          <a:prstGeom prst="rect">
            <a:avLst/>
          </a:prstGeom>
        </p:spPr>
      </p:pic>
      <p:pic>
        <p:nvPicPr>
          <p:cNvPr id="141" name="Picture 7">
            <a:extLst>
              <a:ext uri="{FF2B5EF4-FFF2-40B4-BE49-F238E27FC236}">
                <a16:creationId xmlns:a16="http://schemas.microsoft.com/office/drawing/2014/main" id="{7E48ED63-E4E0-92CC-5808-4A277FC16C9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631" y="1583866"/>
            <a:ext cx="588683" cy="58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40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schemas.microsoft.com/office/2006/documentManagement/types"/>
    <ds:schemaRef ds:uri="http://purl.org/dc/elements/1.1/"/>
    <ds:schemaRef ds:uri="4948dcbb-4498-453a-bb2a-2f6e93dc52f8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42031908-afc3-4861-95d9-cc85d1091e34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00D9F2B-9B5C-4C21-B376-62C87DDDEAA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5001</TotalTime>
  <Words>59</Words>
  <Application>Microsoft Office PowerPoint</Application>
  <PresentationFormat>Personalizado</PresentationFormat>
  <Paragraphs>14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Gabriela Garcia Figueroa</cp:lastModifiedBy>
  <cp:revision>24</cp:revision>
  <dcterms:created xsi:type="dcterms:W3CDTF">2024-01-17T20:43:53Z</dcterms:created>
  <dcterms:modified xsi:type="dcterms:W3CDTF">2026-08-21T04:37:17Z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