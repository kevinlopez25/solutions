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16DF9-0FE6-BEF7-C052-2B7F22D87168}" v="2" dt="2026-07-21T18:35:38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63"/>
    <p:restoredTop sz="94658"/>
  </p:normalViewPr>
  <p:slideViewPr>
    <p:cSldViewPr snapToGrid="0">
      <p:cViewPr varScale="1">
        <p:scale>
          <a:sx n="108" d="100"/>
          <a:sy n="108" d="100"/>
        </p:scale>
        <p:origin x="16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S. Romero Higuera" userId="S::williamromero@cbit-online.com::919d3dd3-a23a-432a-9274-314d1a984165" providerId="AD" clId="Web-{3A016DF9-0FE6-BEF7-C052-2B7F22D87168}"/>
    <pc:docChg chg="modSld">
      <pc:chgData name="William S. Romero Higuera" userId="S::williamromero@cbit-online.com::919d3dd3-a23a-432a-9274-314d1a984165" providerId="AD" clId="Web-{3A016DF9-0FE6-BEF7-C052-2B7F22D87168}" dt="2026-07-21T18:35:38.360" v="1" actId="1076"/>
      <pc:docMkLst>
        <pc:docMk/>
      </pc:docMkLst>
      <pc:sldChg chg="modSp">
        <pc:chgData name="William S. Romero Higuera" userId="S::williamromero@cbit-online.com::919d3dd3-a23a-432a-9274-314d1a984165" providerId="AD" clId="Web-{3A016DF9-0FE6-BEF7-C052-2B7F22D87168}" dt="2026-07-21T18:35:38.360" v="1" actId="1076"/>
        <pc:sldMkLst>
          <pc:docMk/>
          <pc:sldMk cId="2270622593" sldId="267"/>
        </pc:sldMkLst>
        <pc:picChg chg="mod">
          <ac:chgData name="William S. Romero Higuera" userId="S::williamromero@cbit-online.com::919d3dd3-a23a-432a-9274-314d1a984165" providerId="AD" clId="Web-{3A016DF9-0FE6-BEF7-C052-2B7F22D87168}" dt="2026-07-21T18:35:38.360" v="1" actId="1076"/>
          <ac:picMkLst>
            <pc:docMk/>
            <pc:sldMk cId="2270622593" sldId="267"/>
            <ac:picMk id="5" creationId="{866EA882-32C8-243D-FF47-78E3FD65EB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47286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58F027-7150-4B7C-842F-1166AD6F80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4988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23</cp:revision>
  <dcterms:created xsi:type="dcterms:W3CDTF">2024-01-17T20:43:53Z</dcterms:created>
  <dcterms:modified xsi:type="dcterms:W3CDTF">2026-07-21T18:35:46Z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