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910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481E7-A742-9FE9-CFA3-F4AE23704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710DF7-814E-4776-F100-C7830B8F5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1A664B-CD9B-37B8-E31A-C60E12DC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AF8992-C912-443F-DD07-434BB7B4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BB1513-5161-CF89-8FCF-C1387B6D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2306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01F6F-1ABA-C572-9740-D7049FB68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CA72C-1798-D691-CD00-66ACE3D0E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F138F-57E8-6105-EFCE-E5CCF4F5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77FB1-6CC9-280B-24E5-C63DC44E2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DD9E7-F345-4F4B-E5F1-A3BFB114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5899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E6A97-AD38-FDB7-DBED-D5A69460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D192D5-202B-0BC9-31DD-DB03B1586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B4D0C5-48DC-7B5F-BF20-BA41BBEFF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B0E873-A3EA-8DB4-EF40-CAB478C4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55349A-66D1-C054-BA08-21F21D71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475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794D6-FE65-121A-A0EF-17728D31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BDDC39-8A6B-E9AE-1B25-F958D8427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B930DA-BF51-2FA8-1BB7-C8D9A63E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91017F-686A-6A42-144B-607A6A92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19AC3A-D42B-E90C-5F4E-1C775B3D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7EC230-8DD0-F67F-B94B-0B34821D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8380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D5EF6-D7F2-7A44-F5D3-BDC33A802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9632A1-AEF5-9FFF-A240-77F0A3182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401DA6-5556-E5D8-2639-9514EEB7F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0F2D3C-B06E-C42E-8CF9-454082235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D18BE8-EAE3-6B7D-A9C4-DE623642E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EDFBEA-6411-281A-E5F9-A4C12046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909BBF-97F5-FC51-48E0-C2604BFF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D045F5-F33B-0966-D2A8-CEDCE4A1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5800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53ADD-F879-4C6F-23D7-A4787383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FCC543-CF75-72FD-7AD1-3C427A79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CAEA44-4875-1BC1-C205-6B37BD6FF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6F4666-36B7-E6FD-0416-5452A4C8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321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C030EA-93E7-680C-DD5A-9013B64E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B47239-E8DD-4BB9-F0CA-0C4F1FED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50525A-6F95-9DB9-8CD1-E70CF630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190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667F3-4246-65A6-F0F3-32B0763E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09297D-F6B5-33BC-5CFE-AE62E5D71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07309D-EA0A-3973-A52A-8CEE5E2EE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E14EF0-2022-380B-5490-DF50A8962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AEEBB2-9E40-FF3A-F128-6E379EBE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3529C6-5006-B044-E849-FBFD25025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785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D319E-1788-6517-63F6-2274DAFDD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DA1316-5063-98E4-FF9D-A590972CAC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5AB759-ABD0-681B-292F-B59C763D0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721595-880C-585F-5671-682150AB6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975634-4B55-56DF-EEF9-AB5E03E10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FB859A-A3CC-9BE8-2485-D1F62695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9249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872E9-6D34-2D5B-62DC-0EF2B0BF0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5F1994-2F6B-5284-DB76-7B798FE0B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A8C901-5E3A-2B4B-3914-FE3959290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97D54E-BAC8-FC41-E776-AF22BC74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328679-9620-3107-A7C0-F381AB1D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0BD5EB-844B-1730-B079-F84231ADB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D8A9773-9686-3309-488E-653CFDECF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134D6A-DAA7-DAFB-2EA9-22C9C6C0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F1784-C95F-5546-4C4C-0911C678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6B9E4A-B066-DDBE-B216-65ACC344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126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19E95D-A8BD-AE25-EDA1-BCC1C84D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A4D2F7-E2DA-D2DD-A82F-D352F4BAF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D525DC-8784-9386-7A76-7F34A7345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C3D81-097A-495A-A5F5-5F076A4870B0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36A88E-3F94-0E84-B40E-3B7AA957A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462C28-FFDD-263F-00FA-BF203FC84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D8771-3967-4432-A5B3-CCB2F0FBD9E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424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B371-F2A8-935B-AC43-FD5D6D9A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3C4FF4-C895-924E-FEDD-5A0BBF6756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38" y="-75454"/>
            <a:ext cx="12326144" cy="693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654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0cd4bbda18b18ac5177d16127a1a2b37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336f27b0b3dfed44956b7410a1f91a35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Props1.xml><?xml version="1.0" encoding="utf-8"?>
<ds:datastoreItem xmlns:ds="http://schemas.openxmlformats.org/officeDocument/2006/customXml" ds:itemID="{C151A6A5-8D71-4A73-8F00-3AB5330B4095}"/>
</file>

<file path=customXml/itemProps2.xml><?xml version="1.0" encoding="utf-8"?>
<ds:datastoreItem xmlns:ds="http://schemas.openxmlformats.org/officeDocument/2006/customXml" ds:itemID="{A9758B5F-8EB7-4AE9-B36E-36157FB17C7F}"/>
</file>

<file path=customXml/itemProps3.xml><?xml version="1.0" encoding="utf-8"?>
<ds:datastoreItem xmlns:ds="http://schemas.openxmlformats.org/officeDocument/2006/customXml" ds:itemID="{56CCBF30-5C0C-4C7A-B5D9-1DB55BD4C58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Copete Mendez</dc:creator>
  <cp:lastModifiedBy>Claudia Copete Mendez</cp:lastModifiedBy>
  <cp:revision>1</cp:revision>
  <dcterms:created xsi:type="dcterms:W3CDTF">2025-01-31T15:40:53Z</dcterms:created>
  <dcterms:modified xsi:type="dcterms:W3CDTF">2025-01-31T15:41:42Z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</Properties>
</file>