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"/>
  </p:notesMasterIdLst>
  <p:sldIdLst>
    <p:sldId id="268" r:id="rId5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33"/>
    <a:srgbClr val="333333"/>
    <a:srgbClr val="E4EFD9"/>
    <a:srgbClr val="54A771"/>
    <a:srgbClr val="253880"/>
    <a:srgbClr val="BA32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3D46D5-AE17-89C3-CB8D-CA000559B35B}" v="2" dt="2026-03-10T13:46:00.9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75"/>
    <p:restoredTop sz="94658"/>
  </p:normalViewPr>
  <p:slideViewPr>
    <p:cSldViewPr snapToGrid="0">
      <p:cViewPr varScale="1">
        <p:scale>
          <a:sx n="74" d="100"/>
          <a:sy n="74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P. Quintero Mantilla" userId="S::mariaquintero@periferia-it.com::6d12f434-6f11-4982-a406-c44d84c68cdf" providerId="AD" clId="Web-{BE3D46D5-AE17-89C3-CB8D-CA000559B35B}"/>
    <pc:docChg chg="addSld delSld">
      <pc:chgData name="Maria P. Quintero Mantilla" userId="S::mariaquintero@periferia-it.com::6d12f434-6f11-4982-a406-c44d84c68cdf" providerId="AD" clId="Web-{BE3D46D5-AE17-89C3-CB8D-CA000559B35B}" dt="2026-03-10T13:46:00.948" v="1"/>
      <pc:docMkLst>
        <pc:docMk/>
      </pc:docMkLst>
      <pc:sldChg chg="del">
        <pc:chgData name="Maria P. Quintero Mantilla" userId="S::mariaquintero@periferia-it.com::6d12f434-6f11-4982-a406-c44d84c68cdf" providerId="AD" clId="Web-{BE3D46D5-AE17-89C3-CB8D-CA000559B35B}" dt="2026-03-10T13:46:00.948" v="1"/>
        <pc:sldMkLst>
          <pc:docMk/>
          <pc:sldMk cId="2270622593" sldId="267"/>
        </pc:sldMkLst>
      </pc:sldChg>
      <pc:sldChg chg="add">
        <pc:chgData name="Maria P. Quintero Mantilla" userId="S::mariaquintero@periferia-it.com::6d12f434-6f11-4982-a406-c44d84c68cdf" providerId="AD" clId="Web-{BE3D46D5-AE17-89C3-CB8D-CA000559B35B}" dt="2026-03-10T13:45:55.448" v="0"/>
        <pc:sldMkLst>
          <pc:docMk/>
          <pc:sldMk cId="219342570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8F67-8168-3B43-9BE2-079417FBDB0F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9EAED-883F-F34C-91F5-3F423528D29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06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83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7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174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519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999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378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01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4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8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99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3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5D543-1F4B-4249-95B4-E282C1AB3B00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436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66EA882-32C8-243D-FF47-78E3FD65EB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" y="-52789"/>
            <a:ext cx="9253168" cy="5197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425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031908-afc3-4861-95d9-cc85d1091e34" xsi:nil="true"/>
    <lcf76f155ced4ddcb4097134ff3c332f xmlns="4948dcbb-4498-453a-bb2a-2f6e93dc52f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93E959-676C-47DA-8D5F-FE602D004E80}">
  <ds:schemaRefs>
    <ds:schemaRef ds:uri="http://purl.org/dc/terms/"/>
    <ds:schemaRef ds:uri="http://purl.org/dc/dcmitype/"/>
    <ds:schemaRef ds:uri="http://purl.org/dc/elements/1.1/"/>
    <ds:schemaRef ds:uri="ebbf6276-346d-47e8-aa4b-bdd022f42014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569a3ee8-acd2-4e88-aa54-11c88a6c45aa"/>
    <ds:schemaRef ds:uri="http://schemas.microsoft.com/office/2006/metadata/properties"/>
    <ds:schemaRef ds:uri="http://www.w3.org/XML/1998/namespace"/>
    <ds:schemaRef ds:uri="42031908-afc3-4861-95d9-cc85d1091e34"/>
    <ds:schemaRef ds:uri="4948dcbb-4498-453a-bb2a-2f6e93dc52f8"/>
  </ds:schemaRefs>
</ds:datastoreItem>
</file>

<file path=customXml/itemProps2.xml><?xml version="1.0" encoding="utf-8"?>
<ds:datastoreItem xmlns:ds="http://schemas.openxmlformats.org/officeDocument/2006/customXml" ds:itemID="{745F8F8A-C913-4FAA-B8AF-971175F8F2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0C2CEDD-5C1B-4BDF-84C6-7FF5686F19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48dcbb-4498-453a-bb2a-2f6e93dc52f8"/>
    <ds:schemaRef ds:uri="42031908-afc3-4861-95d9-cc85d1091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5000</TotalTime>
  <Words>0</Words>
  <Application>Microsoft Office PowerPoint</Application>
  <PresentationFormat>Personalizado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presentación</dc:title>
  <dc:creator>Angela Camargo</dc:creator>
  <cp:lastModifiedBy>Claudia Copete Mendez</cp:lastModifiedBy>
  <cp:revision>24</cp:revision>
  <dcterms:created xsi:type="dcterms:W3CDTF">2024-01-17T20:43:53Z</dcterms:created>
  <dcterms:modified xsi:type="dcterms:W3CDTF">2026-03-10T13:46:05Z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