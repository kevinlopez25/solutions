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8"/>
  </p:notesMasterIdLst>
  <p:sldIdLst>
    <p:sldId id="267" r:id="rId5"/>
    <p:sldId id="2147483056" r:id="rId6"/>
    <p:sldId id="2147483028" r:id="rId7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33"/>
    <a:srgbClr val="333333"/>
    <a:srgbClr val="E4EFD9"/>
    <a:srgbClr val="54A771"/>
    <a:srgbClr val="253880"/>
    <a:srgbClr val="BA3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FE2546-301C-400A-8314-B3C979037057}" v="1" dt="2026-08-20T13:55:46.0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51"/>
    <p:restoredTop sz="94658"/>
  </p:normalViewPr>
  <p:slideViewPr>
    <p:cSldViewPr snapToGrid="0">
      <p:cViewPr varScale="1">
        <p:scale>
          <a:sx n="85" d="100"/>
          <a:sy n="85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a Garcia Figueroa" userId="5ade7a56-16ab-4bbf-aa7f-7705f28cf7a1" providerId="ADAL" clId="{4318AAAF-6315-43F1-8220-196824CC497C}"/>
    <pc:docChg chg="addSld modSld">
      <pc:chgData name="Gabriela Garcia Figueroa" userId="5ade7a56-16ab-4bbf-aa7f-7705f28cf7a1" providerId="ADAL" clId="{4318AAAF-6315-43F1-8220-196824CC497C}" dt="2026-08-20T13:55:46.021" v="0"/>
      <pc:docMkLst>
        <pc:docMk/>
      </pc:docMkLst>
      <pc:sldChg chg="add">
        <pc:chgData name="Gabriela Garcia Figueroa" userId="5ade7a56-16ab-4bbf-aa7f-7705f28cf7a1" providerId="ADAL" clId="{4318AAAF-6315-43F1-8220-196824CC497C}" dt="2026-08-20T13:55:46.021" v="0"/>
        <pc:sldMkLst>
          <pc:docMk/>
          <pc:sldMk cId="3698107566" sldId="2147483028"/>
        </pc:sldMkLst>
      </pc:sldChg>
    </pc:docChg>
  </pc:docChgLst>
  <pc:docChgLst>
    <pc:chgData name="Heidy D. Romero Aguiar" userId="S::heidyromero@cbit-online.com::e5c2d023-8841-45cd-a450-44328d5b70f1" providerId="AD" clId="Web-{119F288A-4E86-572C-4DB9-DCFD5FA83746}"/>
    <pc:docChg chg="addSld modSld">
      <pc:chgData name="Heidy D. Romero Aguiar" userId="S::heidyromero@cbit-online.com::e5c2d023-8841-45cd-a450-44328d5b70f1" providerId="AD" clId="Web-{119F288A-4E86-572C-4DB9-DCFD5FA83746}" dt="2026-08-13T14:33:00.685" v="1"/>
      <pc:docMkLst>
        <pc:docMk/>
      </pc:docMkLst>
      <pc:sldChg chg="delSp add">
        <pc:chgData name="Heidy D. Romero Aguiar" userId="S::heidyromero@cbit-online.com::e5c2d023-8841-45cd-a450-44328d5b70f1" providerId="AD" clId="Web-{119F288A-4E86-572C-4DB9-DCFD5FA83746}" dt="2026-08-13T14:33:00.685" v="1"/>
        <pc:sldMkLst>
          <pc:docMk/>
          <pc:sldMk cId="3339452560" sldId="21474830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6EA882-32C8-243D-FF47-78E3FD65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-52789"/>
            <a:ext cx="9253167" cy="519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2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2381"/>
            <a:ext cx="9143999" cy="52324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46" y="1081961"/>
            <a:ext cx="2523449" cy="2112035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1639393" y="253708"/>
            <a:ext cx="7286558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5869" y="689580"/>
            <a:ext cx="4572000" cy="77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60391" y="3086163"/>
            <a:ext cx="6696254" cy="79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79194" y="2266713"/>
            <a:ext cx="5941443" cy="82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06580" y="1469764"/>
            <a:ext cx="5197415" cy="796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F405D-EBB0-92A8-531A-D787492AB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812439" y="3885363"/>
            <a:ext cx="7397150" cy="805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462803" y="921540"/>
            <a:ext cx="13334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Scrum Master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492237" y="1688259"/>
            <a:ext cx="20319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473386" y="2499303"/>
            <a:ext cx="23177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473387" y="3318722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  <a:endParaRPr lang="es-CO" sz="13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8DA53-8459-964E-8023-FEF82D0E071C}"/>
              </a:ext>
            </a:extLst>
          </p:cNvPr>
          <p:cNvSpPr txBox="1"/>
          <p:nvPr/>
        </p:nvSpPr>
        <p:spPr>
          <a:xfrm>
            <a:off x="1473387" y="3965457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Experience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6377330" y="4194413"/>
            <a:ext cx="2158999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  <a:endParaRPr lang="en-US" sz="825">
              <a:solidFill>
                <a:srgbClr val="FFFFFF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46312-0CC0-F53B-B528-24F0FEBC7FD5}"/>
              </a:ext>
            </a:extLst>
          </p:cNvPr>
          <p:cNvSpPr txBox="1"/>
          <p:nvPr/>
        </p:nvSpPr>
        <p:spPr>
          <a:xfrm>
            <a:off x="1630381" y="4260657"/>
            <a:ext cx="2127250" cy="196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825" err="1">
                <a:solidFill>
                  <a:schemeClr val="bg1"/>
                </a:solidFill>
              </a:rPr>
              <a:t>experenciadecliente</a:t>
            </a:r>
            <a:r>
              <a:rPr lang="en-U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64AFFB-ACDF-A6F3-DB88-AD729F7E1F8B}"/>
              </a:ext>
            </a:extLst>
          </p:cNvPr>
          <p:cNvSpPr txBox="1"/>
          <p:nvPr/>
        </p:nvSpPr>
        <p:spPr>
          <a:xfrm>
            <a:off x="6557246" y="2056708"/>
            <a:ext cx="179916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Cargo</a:t>
            </a:r>
            <a:endParaRPr lang="en-US" sz="135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D6402-4B71-A16F-30F4-EBCAC5DF9894}"/>
              </a:ext>
            </a:extLst>
          </p:cNvPr>
          <p:cNvSpPr txBox="1"/>
          <p:nvPr/>
        </p:nvSpPr>
        <p:spPr>
          <a:xfrm>
            <a:off x="6557248" y="2391416"/>
            <a:ext cx="1799165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200" b="1">
                <a:solidFill>
                  <a:srgbClr val="FFFFFF"/>
                </a:solidFill>
                <a:ea typeface="Calibri"/>
                <a:cs typeface="Calibri"/>
              </a:rPr>
              <a:t>Angie J. Leal</a:t>
            </a:r>
            <a:endParaRPr lang="en-US" sz="1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B31876-70B7-A7C3-0D92-7573CA316136}"/>
              </a:ext>
            </a:extLst>
          </p:cNvPr>
          <p:cNvSpPr txBox="1"/>
          <p:nvPr/>
        </p:nvSpPr>
        <p:spPr>
          <a:xfrm>
            <a:off x="6224172" y="2613665"/>
            <a:ext cx="253001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050">
                <a:solidFill>
                  <a:srgbClr val="FFFFFF"/>
                </a:solidFill>
                <a:ea typeface="+mn-lt"/>
                <a:cs typeface="+mn-lt"/>
              </a:rPr>
              <a:t>angieleal@periferiaitgroup.com</a:t>
            </a:r>
            <a:endParaRPr lang="es-ES" sz="1350">
              <a:ea typeface="+mn-lt"/>
              <a:cs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3412-17B1-B380-8DF1-D47C374756B3}"/>
              </a:ext>
            </a:extLst>
          </p:cNvPr>
          <p:cNvSpPr txBox="1"/>
          <p:nvPr/>
        </p:nvSpPr>
        <p:spPr>
          <a:xfrm>
            <a:off x="6493747" y="2835915"/>
            <a:ext cx="1926165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ea typeface="+mn-lt"/>
                <a:cs typeface="+mn-lt"/>
              </a:rPr>
              <a:t>+57 </a:t>
            </a:r>
            <a:r>
              <a:rPr lang="de-DE" sz="1050">
                <a:solidFill>
                  <a:srgbClr val="FFFFFF"/>
                </a:solidFill>
                <a:ea typeface="+mn-lt"/>
                <a:cs typeface="+mn-lt"/>
              </a:rPr>
              <a:t>3193910062</a:t>
            </a:r>
            <a:endParaRPr lang="es-ES" sz="135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530FE51-B181-6445-3657-35EB5B966A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2216" y="1335622"/>
            <a:ext cx="589228" cy="589228"/>
          </a:xfrm>
          <a:prstGeom prst="rect">
            <a:avLst/>
          </a:prstGeom>
        </p:spPr>
      </p:pic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6328515" y="352013"/>
            <a:ext cx="2222110" cy="69931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100" b="1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  <a:endParaRPr lang="en-US" sz="2100" b="1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364" y="2383508"/>
            <a:ext cx="589228" cy="5880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364" y="3189941"/>
            <a:ext cx="589228" cy="58922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FBE0F58-512F-854D-72F0-27A5391B17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363" y="3993401"/>
            <a:ext cx="589228" cy="58922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591" y="3415459"/>
            <a:ext cx="2124478" cy="726751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5733988" y="4906480"/>
            <a:ext cx="1926165" cy="230832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n-US" sz="135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12" y="5021897"/>
            <a:ext cx="1612189" cy="30958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3430" y="803460"/>
            <a:ext cx="588095" cy="589228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025" y="1582948"/>
            <a:ext cx="589228" cy="58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452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2381"/>
            <a:ext cx="9143999" cy="52324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46" y="1081961"/>
            <a:ext cx="2523449" cy="2112035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1639393" y="253708"/>
            <a:ext cx="7286558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5869" y="1213147"/>
            <a:ext cx="4572000" cy="77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60391" y="3609730"/>
            <a:ext cx="6696254" cy="79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79194" y="2790280"/>
            <a:ext cx="5941443" cy="82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06580" y="1993331"/>
            <a:ext cx="5197415" cy="7969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492237" y="1377730"/>
            <a:ext cx="2328333" cy="5309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Scrum Master squad</a:t>
            </a:r>
          </a:p>
          <a:p>
            <a:r>
              <a:rPr lang="en-US" sz="100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Líder Técnico squad</a:t>
            </a:r>
          </a:p>
          <a:p>
            <a:r>
              <a:rPr lang="en-US" sz="100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care squad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492237" y="2211826"/>
            <a:ext cx="203199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Líderes de Alianza</a:t>
            </a:r>
          </a:p>
          <a:p>
            <a:r>
              <a:rPr lang="en-US" sz="10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Account Manager</a:t>
            </a:r>
          </a:p>
          <a:p>
            <a:endParaRPr lang="en-US" sz="135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473386" y="3022870"/>
            <a:ext cx="2317749" cy="3770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Líder de Federación </a:t>
            </a:r>
          </a:p>
          <a:p>
            <a:r>
              <a:rPr lang="en-US" sz="10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Solutions Delivery Manager</a:t>
            </a:r>
            <a:endParaRPr lang="en-US" sz="13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473387" y="3842289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CEO</a:t>
            </a:r>
            <a:endParaRPr lang="es-CO" sz="13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6377330" y="4194413"/>
            <a:ext cx="2158999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  <a:endParaRPr lang="en-US" sz="825">
              <a:solidFill>
                <a:srgbClr val="FFFFFF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530FE51-B181-6445-3657-35EB5B966A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2216" y="1335622"/>
            <a:ext cx="589228" cy="589228"/>
          </a:xfrm>
          <a:prstGeom prst="rect">
            <a:avLst/>
          </a:prstGeom>
        </p:spPr>
      </p:pic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6328515" y="352013"/>
            <a:ext cx="2222110" cy="69931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100" b="1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  <a:endParaRPr lang="en-US" sz="2100" b="1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364" y="2907075"/>
            <a:ext cx="589228" cy="5880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364" y="3713508"/>
            <a:ext cx="589228" cy="58922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591" y="3415459"/>
            <a:ext cx="2124478" cy="726751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5733988" y="4906480"/>
            <a:ext cx="1926165" cy="230832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n-US" sz="135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12" y="5021897"/>
            <a:ext cx="1612189" cy="30958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3430" y="1327027"/>
            <a:ext cx="588095" cy="589228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025" y="2106515"/>
            <a:ext cx="589228" cy="588095"/>
          </a:xfrm>
          <a:prstGeom prst="rect">
            <a:avLst/>
          </a:prstGeom>
        </p:spPr>
      </p:pic>
      <p:pic>
        <p:nvPicPr>
          <p:cNvPr id="14" name="Imagen 13" descr="Terpel – Líder en la distribución de combustibles">
            <a:extLst>
              <a:ext uri="{FF2B5EF4-FFF2-40B4-BE49-F238E27FC236}">
                <a16:creationId xmlns:a16="http://schemas.microsoft.com/office/drawing/2014/main" id="{6FF288A4-62A6-DA82-4952-8DDCE7CF603C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29593" r="581" b="32335"/>
          <a:stretch>
            <a:fillRect/>
          </a:stretch>
        </p:blipFill>
        <p:spPr>
          <a:xfrm>
            <a:off x="6500917" y="3423066"/>
            <a:ext cx="1836989" cy="692307"/>
          </a:xfrm>
          <a:prstGeom prst="rect">
            <a:avLst/>
          </a:prstGeom>
        </p:spPr>
      </p:pic>
      <p:sp>
        <p:nvSpPr>
          <p:cNvPr id="19" name="TextBox 41">
            <a:extLst>
              <a:ext uri="{FF2B5EF4-FFF2-40B4-BE49-F238E27FC236}">
                <a16:creationId xmlns:a16="http://schemas.microsoft.com/office/drawing/2014/main" id="{8712DEA0-65CD-DE3B-AD10-4EB9CF347619}"/>
              </a:ext>
            </a:extLst>
          </p:cNvPr>
          <p:cNvSpPr txBox="1"/>
          <p:nvPr/>
        </p:nvSpPr>
        <p:spPr>
          <a:xfrm>
            <a:off x="6232846" y="2095082"/>
            <a:ext cx="253212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KAM</a:t>
            </a:r>
            <a:endParaRPr lang="es-ES"/>
          </a:p>
        </p:txBody>
      </p:sp>
      <p:sp>
        <p:nvSpPr>
          <p:cNvPr id="22" name="TextBox 42">
            <a:extLst>
              <a:ext uri="{FF2B5EF4-FFF2-40B4-BE49-F238E27FC236}">
                <a16:creationId xmlns:a16="http://schemas.microsoft.com/office/drawing/2014/main" id="{D3CE9AC9-131A-4F33-34F7-00732A820158}"/>
              </a:ext>
            </a:extLst>
          </p:cNvPr>
          <p:cNvSpPr txBox="1"/>
          <p:nvPr/>
        </p:nvSpPr>
        <p:spPr>
          <a:xfrm>
            <a:off x="6232845" y="2380511"/>
            <a:ext cx="2521339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ea typeface="Calibri"/>
                <a:cs typeface="Calibri"/>
              </a:rPr>
              <a:t>Juliana Leal Diaz</a:t>
            </a:r>
          </a:p>
        </p:txBody>
      </p:sp>
      <p:sp>
        <p:nvSpPr>
          <p:cNvPr id="23" name="TextBox 44">
            <a:extLst>
              <a:ext uri="{FF2B5EF4-FFF2-40B4-BE49-F238E27FC236}">
                <a16:creationId xmlns:a16="http://schemas.microsoft.com/office/drawing/2014/main" id="{5DE2976A-244A-B845-DCFA-E53A4DF860D4}"/>
              </a:ext>
            </a:extLst>
          </p:cNvPr>
          <p:cNvSpPr txBox="1"/>
          <p:nvPr/>
        </p:nvSpPr>
        <p:spPr>
          <a:xfrm>
            <a:off x="6224172" y="2613665"/>
            <a:ext cx="253001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ea typeface="+mn-lt"/>
                <a:cs typeface="+mn-lt"/>
              </a:rPr>
              <a:t>angieleal@periferiaitgroup.com </a:t>
            </a:r>
            <a:endParaRPr lang="es-ES" sz="135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24" name="TextBox 45">
            <a:extLst>
              <a:ext uri="{FF2B5EF4-FFF2-40B4-BE49-F238E27FC236}">
                <a16:creationId xmlns:a16="http://schemas.microsoft.com/office/drawing/2014/main" id="{3A9527BE-F0D3-9436-FC5A-18A4E25F3842}"/>
              </a:ext>
            </a:extLst>
          </p:cNvPr>
          <p:cNvSpPr txBox="1"/>
          <p:nvPr/>
        </p:nvSpPr>
        <p:spPr>
          <a:xfrm>
            <a:off x="6224171" y="2835915"/>
            <a:ext cx="253001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ea typeface="+mn-lt"/>
                <a:cs typeface="+mn-lt"/>
              </a:rPr>
              <a:t>+57 319 391 00 62</a:t>
            </a:r>
            <a:endParaRPr lang="en-US" sz="105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81075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AA5C846-866C-477E-AA4A-927A4BE920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93E959-676C-47DA-8D5F-FE602D004E80}">
  <ds:schemaRefs>
    <ds:schemaRef ds:uri="http://schemas.openxmlformats.org/package/2006/metadata/core-properties"/>
    <ds:schemaRef ds:uri="http://purl.org/dc/elements/1.1/"/>
    <ds:schemaRef ds:uri="http://purl.org/dc/terms/"/>
    <ds:schemaRef ds:uri="4948dcbb-4498-453a-bb2a-2f6e93dc52f8"/>
    <ds:schemaRef ds:uri="http://schemas.microsoft.com/office/2006/documentManagement/types"/>
    <ds:schemaRef ds:uri="http://purl.org/dc/dcmitype/"/>
    <ds:schemaRef ds:uri="http://schemas.microsoft.com/office/infopath/2007/PartnerControls"/>
    <ds:schemaRef ds:uri="42031908-afc3-4861-95d9-cc85d1091e34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4995</TotalTime>
  <Words>116</Words>
  <Application>Microsoft Office PowerPoint</Application>
  <PresentationFormat>Personalizado</PresentationFormat>
  <Paragraphs>30</Paragraphs>
  <Slides>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Gabriela Garcia Figueroa</cp:lastModifiedBy>
  <cp:revision>22</cp:revision>
  <dcterms:created xsi:type="dcterms:W3CDTF">2024-01-17T20:43:53Z</dcterms:created>
  <dcterms:modified xsi:type="dcterms:W3CDTF">2026-08-20T13:55:49Z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