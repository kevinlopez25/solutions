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60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7310A-CBA6-3707-3792-210CE4F434DE}" v="2" dt="2026-08-13T14:30:04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35"/>
    <p:restoredTop sz="94658"/>
  </p:normalViewPr>
  <p:slideViewPr>
    <p:cSldViewPr snapToGrid="0">
      <p:cViewPr varScale="1">
        <p:scale>
          <a:sx n="141" d="100"/>
          <a:sy n="141" d="100"/>
        </p:scale>
        <p:origin x="14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3A67310A-CBA6-3707-3792-210CE4F434DE}"/>
    <pc:docChg chg="addSld modSld">
      <pc:chgData name="Heidy D. Romero Aguiar" userId="S::heidyromero@cbit-online.com::e5c2d023-8841-45cd-a450-44328d5b70f1" providerId="AD" clId="Web-{3A67310A-CBA6-3707-3792-210CE4F434DE}" dt="2026-08-13T14:30:04.673" v="1"/>
      <pc:docMkLst>
        <pc:docMk/>
      </pc:docMkLst>
      <pc:sldChg chg="delSp add">
        <pc:chgData name="Heidy D. Romero Aguiar" userId="S::heidyromero@cbit-online.com::e5c2d023-8841-45cd-a450-44328d5b70f1" providerId="AD" clId="Web-{3A67310A-CBA6-3707-3792-210CE4F434DE}" dt="2026-08-13T14:30:04.673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3A67310A-CBA6-3707-3792-210CE4F434DE}" dt="2026-08-13T14:30:04.673" v="1"/>
          <ac:picMkLst>
            <pc:docMk/>
            <pc:sldMk cId="1996013887" sldId="260"/>
            <ac:picMk id="10" creationId="{20C3D565-ABC3-C97E-FC3F-B66628BC314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52789"/>
            <a:ext cx="9253164" cy="5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Elizabeth Bohorquez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elizabethbohorquez@cbit-online.com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+57 3017445401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6D220BCE-D09E-45E4-B936-62369BB1C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4994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26</cp:revision>
  <dcterms:created xsi:type="dcterms:W3CDTF">2024-01-17T20:43:53Z</dcterms:created>
  <dcterms:modified xsi:type="dcterms:W3CDTF">2026-08-13T14:30:08Z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