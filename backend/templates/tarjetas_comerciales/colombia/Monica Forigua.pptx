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41F42-F2C0-951F-7F8D-0B1C875EAF15}" v="2" dt="2026-08-13T14:25:40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28"/>
    <p:restoredTop sz="94658"/>
  </p:normalViewPr>
  <p:slideViewPr>
    <p:cSldViewPr snapToGrid="0">
      <p:cViewPr varScale="1">
        <p:scale>
          <a:sx n="136" d="100"/>
          <a:sy n="136" d="100"/>
        </p:scale>
        <p:origin x="1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8FC41F42-F2C0-951F-7F8D-0B1C875EAF15}"/>
    <pc:docChg chg="addSld modSld">
      <pc:chgData name="Heidy D. Romero Aguiar" userId="S::heidyromero@cbit-online.com::e5c2d023-8841-45cd-a450-44328d5b70f1" providerId="AD" clId="Web-{8FC41F42-F2C0-951F-7F8D-0B1C875EAF15}" dt="2026-08-13T14:25:40.219" v="1"/>
      <pc:docMkLst>
        <pc:docMk/>
      </pc:docMkLst>
      <pc:sldChg chg="delSp add">
        <pc:chgData name="Heidy D. Romero Aguiar" userId="S::heidyromero@cbit-online.com::e5c2d023-8841-45cd-a450-44328d5b70f1" providerId="AD" clId="Web-{8FC41F42-F2C0-951F-7F8D-0B1C875EAF15}" dt="2026-08-13T14:25:40.219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8FC41F42-F2C0-951F-7F8D-0B1C875EAF15}" dt="2026-08-13T14:25:40.219" v="1"/>
          <ac:picMkLst>
            <pc:docMk/>
            <pc:sldMk cId="1996013887" sldId="260"/>
            <ac:picMk id="10" creationId="{0494F430-0D8B-3EDF-E60B-F9159E5DBA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52789"/>
            <a:ext cx="9253164" cy="519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noProof="0">
                <a:solidFill>
                  <a:schemeClr val="bg1"/>
                </a:solidFill>
              </a:rPr>
              <a:t>experenciadecliente</a:t>
            </a:r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Account Manager</a:t>
            </a:r>
            <a:endParaRPr lang="es-CO" sz="1350" noProof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20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Monica Forigua</a:t>
            </a:r>
            <a:endParaRPr lang="es-CO" sz="1200" noProof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Monica.forigua@cbit-online.com</a:t>
            </a:r>
            <a:endParaRPr lang="es-CO" sz="1350" noProof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+57 318 332 1103</a:t>
            </a:r>
            <a:endParaRPr lang="es-CO" sz="1350" noProof="0"/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noProof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s-CO" sz="1350" noProof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2780" y="1402291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25" name="Imagen 24" descr="Icono&#10;&#10;El contenido generado por IA puede ser incorrecto.">
            <a:extLst>
              <a:ext uri="{FF2B5EF4-FFF2-40B4-BE49-F238E27FC236}">
                <a16:creationId xmlns:a16="http://schemas.microsoft.com/office/drawing/2014/main" id="{258C191E-C57C-F0C9-11CA-5684609EB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039" y="764764"/>
            <a:ext cx="590546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B1ED06-4639-417B-95C2-B5BC42B58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4995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27</cp:revision>
  <dcterms:created xsi:type="dcterms:W3CDTF">2024-01-17T20:43:53Z</dcterms:created>
  <dcterms:modified xsi:type="dcterms:W3CDTF">2026-08-13T14:25:42Z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