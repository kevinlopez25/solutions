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67" r:id="rId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BD20FB-997D-BEB9-0C83-EBDC86A4FEA8}" v="2" dt="2026-03-10T20:37:33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46"/>
    <p:restoredTop sz="94658"/>
  </p:normalViewPr>
  <p:slideViewPr>
    <p:cSldViewPr snapToGrid="0">
      <p:cViewPr varScale="1">
        <p:scale>
          <a:sx n="104" d="100"/>
          <a:sy n="104" d="100"/>
        </p:scale>
        <p:origin x="168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P. Quintero Mantilla" userId="S::mariaquintero@periferia-it.com::6d12f434-6f11-4982-a406-c44d84c68cdf" providerId="AD" clId="Web-{84BD20FB-997D-BEB9-0C83-EBDC86A4FEA8}"/>
    <pc:docChg chg="addSld delSld">
      <pc:chgData name="Maria P. Quintero Mantilla" userId="S::mariaquintero@periferia-it.com::6d12f434-6f11-4982-a406-c44d84c68cdf" providerId="AD" clId="Web-{84BD20FB-997D-BEB9-0C83-EBDC86A4FEA8}" dt="2026-03-10T20:37:33.102" v="1"/>
      <pc:docMkLst>
        <pc:docMk/>
      </pc:docMkLst>
      <pc:sldChg chg="add del">
        <pc:chgData name="Maria P. Quintero Mantilla" userId="S::mariaquintero@periferia-it.com::6d12f434-6f11-4982-a406-c44d84c68cdf" providerId="AD" clId="Web-{84BD20FB-997D-BEB9-0C83-EBDC86A4FEA8}" dt="2026-03-10T20:37:33.102" v="1"/>
        <pc:sldMkLst>
          <pc:docMk/>
          <pc:sldMk cId="2270622593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6" cy="519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  <ds:schemaRef ds:uri="42031908-afc3-4861-95d9-cc85d1091e34"/>
    <ds:schemaRef ds:uri="4948dcbb-4498-453a-bb2a-2f6e93dc52f8"/>
  </ds:schemaRefs>
</ds:datastoreItem>
</file>

<file path=customXml/itemProps2.xml><?xml version="1.0" encoding="utf-8"?>
<ds:datastoreItem xmlns:ds="http://schemas.openxmlformats.org/officeDocument/2006/customXml" ds:itemID="{07B3E307-D0AB-45FD-A28D-C46E71C09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4988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24</cp:revision>
  <dcterms:created xsi:type="dcterms:W3CDTF">2024-01-17T20:43:53Z</dcterms:created>
  <dcterms:modified xsi:type="dcterms:W3CDTF">2026-03-10T20:37:41Z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