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50BD17D-9572-CCD9-D373-6068081FD249}" v="1" dt="2025-07-31T12:47:59.39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1.xml"/><Relationship Id="rId10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ura C. Torres  Padilla" userId="S::lauratorres@periferia-it.com::9e639a19-730e-4dbb-8ea4-8033f0ab183a" providerId="AD" clId="Web-{A50BD17D-9572-CCD9-D373-6068081FD249}"/>
    <pc:docChg chg="modSld">
      <pc:chgData name="Laura C. Torres  Padilla" userId="S::lauratorres@periferia-it.com::9e639a19-730e-4dbb-8ea4-8033f0ab183a" providerId="AD" clId="Web-{A50BD17D-9572-CCD9-D373-6068081FD249}" dt="2025-07-31T12:47:59.397" v="0" actId="1076"/>
      <pc:docMkLst>
        <pc:docMk/>
      </pc:docMkLst>
      <pc:sldChg chg="modSp">
        <pc:chgData name="Laura C. Torres  Padilla" userId="S::lauratorres@periferia-it.com::9e639a19-730e-4dbb-8ea4-8033f0ab183a" providerId="AD" clId="Web-{A50BD17D-9572-CCD9-D373-6068081FD249}" dt="2025-07-31T12:47:59.397" v="0" actId="1076"/>
        <pc:sldMkLst>
          <pc:docMk/>
          <pc:sldMk cId="1324573760" sldId="256"/>
        </pc:sldMkLst>
        <pc:picChg chg="mod">
          <ac:chgData name="Laura C. Torres  Padilla" userId="S::lauratorres@periferia-it.com::9e639a19-730e-4dbb-8ea4-8033f0ab183a" providerId="AD" clId="Web-{A50BD17D-9572-CCD9-D373-6068081FD249}" dt="2025-07-31T12:47:59.397" v="0" actId="1076"/>
          <ac:picMkLst>
            <pc:docMk/>
            <pc:sldMk cId="1324573760" sldId="256"/>
            <ac:picMk id="3" creationId="{768002D3-6EBB-83C9-3729-C7F9D2F1AAD4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21835B-BF78-95D3-0C7A-7F5736FFDF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5C73E52-ECFD-29A5-131A-A187FBF3CA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D8BCD3C-03AA-AE72-63C2-4333A21A98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BD01DA-0B9B-454D-873A-B1F653AF1FA4}" type="datetimeFigureOut">
              <a:rPr lang="es-CO" smtClean="0"/>
              <a:t>31/07/2025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7C2AA2C-5D69-4D9D-6274-B7B1334410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7BF72FA-8FA5-A743-D52A-1111E06884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FB0AB4-0FF6-4BF3-AD28-EE733C63E72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955738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489C6F-EB7E-4CAC-E2E8-834EFE506D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7D0352A-AAA3-3BF2-32C9-AAFDC3C810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BCC01A5-1D2C-E974-D1AF-E9B59CD0C0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BD01DA-0B9B-454D-873A-B1F653AF1FA4}" type="datetimeFigureOut">
              <a:rPr lang="es-CO" smtClean="0"/>
              <a:t>31/07/2025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0E3581C-51BF-4909-4AB7-18F082FC58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ABE46F2-15BA-699B-E0FB-A227727EF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FB0AB4-0FF6-4BF3-AD28-EE733C63E72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370388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992246-1688-EAB5-5694-5AAD3B81E6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996ACF4-3D04-3CB8-4530-5E779B2A96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FEACBA1-A308-DC31-F256-A379FEBFC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BD01DA-0B9B-454D-873A-B1F653AF1FA4}" type="datetimeFigureOut">
              <a:rPr lang="es-CO" smtClean="0"/>
              <a:t>31/07/2025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4F364F5-A8C7-3EE8-054E-25D4CDEFB6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57DB2B9-28DF-A600-8FFF-70857AE73A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FB0AB4-0FF6-4BF3-AD28-EE733C63E72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131077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B4ACEF-FF58-1DF4-6AC3-B2D57AE06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3620B53-0B93-C3F7-070E-0D5434E22FA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17B5DC6-0F4E-0FA4-2D03-EDB4A63FF3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37981EE-11B7-B7D4-2FE6-B0BF7931FD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BD01DA-0B9B-454D-873A-B1F653AF1FA4}" type="datetimeFigureOut">
              <a:rPr lang="es-CO" smtClean="0"/>
              <a:t>31/07/2025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E748819-5A57-E71A-D795-3C565ED907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BA52320-08EA-8B64-74BD-EA3AEB0FDF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FB0AB4-0FF6-4BF3-AD28-EE733C63E72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643182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B80BAB-F4E1-02A7-6493-E87FE087ED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06362F0-1F78-88DF-47A8-52DFC386CD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AE977FE-8FF6-6D68-6C0C-57FBF7D294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8BD82A7B-B392-5B75-CA3D-24AC1C2AAC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04FEFAE9-AE08-5ECC-7DAD-8084EEFF97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0764EE40-0A3E-FDAA-11B6-83C9D3AA42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BD01DA-0B9B-454D-873A-B1F653AF1FA4}" type="datetimeFigureOut">
              <a:rPr lang="es-CO" smtClean="0"/>
              <a:t>31/07/2025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A498B21C-FDD1-2A6E-D5D3-35CA6DCD68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9F455D96-EB2E-BA94-1D53-B94C313A2A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FB0AB4-0FF6-4BF3-AD28-EE733C63E72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289811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628B4D6-86E0-06F6-C6FA-E9037ADAF6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201BAE13-E275-1F23-83DA-342CE8D158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BD01DA-0B9B-454D-873A-B1F653AF1FA4}" type="datetimeFigureOut">
              <a:rPr lang="es-CO" smtClean="0"/>
              <a:t>31/07/2025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0577B574-30E4-6B92-FECD-89023CED9A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4966F45D-5982-3EE7-6986-8CF375204F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FB0AB4-0FF6-4BF3-AD28-EE733C63E72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324967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A6E60F19-C4FA-4107-744E-AB26CED20D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BD01DA-0B9B-454D-873A-B1F653AF1FA4}" type="datetimeFigureOut">
              <a:rPr lang="es-CO" smtClean="0"/>
              <a:t>31/07/2025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D9862325-A1CF-AC4A-A744-333586F414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8E1144A-3FF3-4B5E-0B81-58931C9219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FB0AB4-0FF6-4BF3-AD28-EE733C63E72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729035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DE66F3-0779-7B95-5AA2-F9D2F02228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A871701-09DF-4423-308C-4A8661F3B2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CED3CCC-1E24-AF03-BCF4-966ADA13A0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B0299AD-4504-13F1-8F89-B9123305F7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BD01DA-0B9B-454D-873A-B1F653AF1FA4}" type="datetimeFigureOut">
              <a:rPr lang="es-CO" smtClean="0"/>
              <a:t>31/07/2025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6B61454-9D36-0E74-16F5-B80350DBBA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47C3AA8-D786-53E2-4453-FA5A97857D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FB0AB4-0FF6-4BF3-AD28-EE733C63E72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74030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925A36-A824-B4DF-051D-9A2B7AB3CE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FE86F405-39D3-AA78-6D12-87C893E8F52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2FA666D-7D11-BD89-36C6-38D3FD02DD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021CB07-141B-D1F3-9A92-E3D4C54FC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BD01DA-0B9B-454D-873A-B1F653AF1FA4}" type="datetimeFigureOut">
              <a:rPr lang="es-CO" smtClean="0"/>
              <a:t>31/07/2025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9524AD9-E307-9C9D-51CD-938A871E4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AA5CCF6-8FAE-5EAC-CAA6-B9883CE3F2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FB0AB4-0FF6-4BF3-AD28-EE733C63E72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834364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33363E-0435-C6E3-E408-15DDC49D27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D442448-8AB9-FBDE-CD6B-6A9C6D1CEF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A0D9006-224A-00FB-C7D9-38DC86B695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BD01DA-0B9B-454D-873A-B1F653AF1FA4}" type="datetimeFigureOut">
              <a:rPr lang="es-CO" smtClean="0"/>
              <a:t>31/07/2025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92175BD-78E5-B866-E451-458220601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7DD0D78-BE6C-87C9-BD22-17AA27930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FB0AB4-0FF6-4BF3-AD28-EE733C63E72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310630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078D6EFE-DFB0-B02A-0211-D7E58CC4730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58D5854-5A1D-3EAC-984E-272430758F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EA4AD9B-A8D8-83AD-6917-609FFB2DBB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BD01DA-0B9B-454D-873A-B1F653AF1FA4}" type="datetimeFigureOut">
              <a:rPr lang="es-CO" smtClean="0"/>
              <a:t>31/07/2025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14A7E9D-0268-3A2D-A8F0-F8E6FF05F3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E33F978-B4ED-0D03-442E-D5B411D32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FB0AB4-0FF6-4BF3-AD28-EE733C63E72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266245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18606B67-424F-A697-3ADF-31FF8C4380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FC6DCC4-B60D-03BF-B9FE-E889BAEE72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5AF1073-9858-B039-5084-264F40BC234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EBD01DA-0B9B-454D-873A-B1F653AF1FA4}" type="datetimeFigureOut">
              <a:rPr lang="es-CO" smtClean="0"/>
              <a:t>31/07/2025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2041ACA-1B94-6E67-4414-F1CD24D625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DF54A5B-0D74-A698-9CFE-827E87F85F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CFB0AB4-0FF6-4BF3-AD28-EE733C63E72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33354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magen que contiene Texto&#10;&#10;El contenido generado por IA puede ser incorrecto.">
            <a:extLst>
              <a:ext uri="{FF2B5EF4-FFF2-40B4-BE49-F238E27FC236}">
                <a16:creationId xmlns:a16="http://schemas.microsoft.com/office/drawing/2014/main" id="{768002D3-6EBB-83C9-3729-C7F9D2F1AA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80115" y="253020"/>
            <a:ext cx="3482748" cy="6191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457376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8A13845BC0BE8D498EAB0B4A65887C77" ma:contentTypeVersion="14" ma:contentTypeDescription="Crear nuevo documento." ma:contentTypeScope="" ma:versionID="0cd4bbda18b18ac5177d16127a1a2b37">
  <xsd:schema xmlns:xsd="http://www.w3.org/2001/XMLSchema" xmlns:xs="http://www.w3.org/2001/XMLSchema" xmlns:p="http://schemas.microsoft.com/office/2006/metadata/properties" xmlns:ns2="4948dcbb-4498-453a-bb2a-2f6e93dc52f8" xmlns:ns3="42031908-afc3-4861-95d9-cc85d1091e34" targetNamespace="http://schemas.microsoft.com/office/2006/metadata/properties" ma:root="true" ma:fieldsID="336f27b0b3dfed44956b7410a1f91a35" ns2:_="" ns3:_="">
    <xsd:import namespace="4948dcbb-4498-453a-bb2a-2f6e93dc52f8"/>
    <xsd:import namespace="42031908-afc3-4861-95d9-cc85d1091e3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LengthInSeconds" minOccurs="0"/>
                <xsd:element ref="ns2:MediaServiceDateTaken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948dcbb-4498-453a-bb2a-2f6e93dc52f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LengthInSeconds" ma:index="1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1" nillable="true" ma:displayName="MediaServiceDateTaken" ma:hidden="true" ma:internalName="MediaServiceDateTaken" ma:readOnly="true">
      <xsd:simpleType>
        <xsd:restriction base="dms:Text"/>
      </xsd:simpleType>
    </xsd:element>
    <xsd:element name="lcf76f155ced4ddcb4097134ff3c332f" ma:index="15" nillable="true" ma:taxonomy="true" ma:internalName="lcf76f155ced4ddcb4097134ff3c332f" ma:taxonomyFieldName="MediaServiceImageTags" ma:displayName="Etiquetas de imagen" ma:readOnly="false" ma:fieldId="{5cf76f15-5ced-4ddc-b409-7134ff3c332f}" ma:taxonomyMulti="true" ma:sspId="f193352c-83ee-4464-bc63-33cfba68ac0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2031908-afc3-4861-95d9-cc85d1091e34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d35139d8-d1b2-47c2-b3db-86218de769fd}" ma:internalName="TaxCatchAll" ma:showField="CatchAllData" ma:web="42031908-afc3-4861-95d9-cc85d1091e3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4948dcbb-4498-453a-bb2a-2f6e93dc52f8">
      <Terms xmlns="http://schemas.microsoft.com/office/infopath/2007/PartnerControls"/>
    </lcf76f155ced4ddcb4097134ff3c332f>
    <TaxCatchAll xmlns="42031908-afc3-4861-95d9-cc85d1091e34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2166AA0-15CD-47F1-8235-CE47F2E1727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948dcbb-4498-453a-bb2a-2f6e93dc52f8"/>
    <ds:schemaRef ds:uri="42031908-afc3-4861-95d9-cc85d1091e3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185B98F-2CE3-4BA2-914D-3A219B085C71}">
  <ds:schemaRefs>
    <ds:schemaRef ds:uri="http://schemas.microsoft.com/office/2006/metadata/properties"/>
    <ds:schemaRef ds:uri="http://schemas.microsoft.com/office/infopath/2007/PartnerControls"/>
    <ds:schemaRef ds:uri="4948dcbb-4498-453a-bb2a-2f6e93dc52f8"/>
    <ds:schemaRef ds:uri="42031908-afc3-4861-95d9-cc85d1091e34"/>
  </ds:schemaRefs>
</ds:datastoreItem>
</file>

<file path=customXml/itemProps3.xml><?xml version="1.0" encoding="utf-8"?>
<ds:datastoreItem xmlns:ds="http://schemas.openxmlformats.org/officeDocument/2006/customXml" ds:itemID="{6DA54F8D-EFA2-4AE7-A7FE-5D0F6377F85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Panorámica</PresentationFormat>
  <Paragraphs>0</Paragraphs>
  <Slides>1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2" baseType="lpstr"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Claudia Copete Mendez</dc:creator>
  <cp:lastModifiedBy>Claudia Copete Mendez</cp:lastModifiedBy>
  <cp:revision>8</cp:revision>
  <dcterms:created xsi:type="dcterms:W3CDTF">2025-01-31T15:54:26Z</dcterms:created>
  <dcterms:modified xsi:type="dcterms:W3CDTF">2025-07-31T12:47:59Z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0x0101008A13845BC0BE8D498EAB0B4A65887C77</vt:lpwstr>
  </property>
  <property fmtid="{D5CDD505-2E9C-101B-9397-08002B2CF9AE}" pid="3" name="MediaServiceImageTags">
    <vt:lpwstr/>
  </property>
</Properties>
</file>