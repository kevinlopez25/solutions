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0C2EE-39CC-A617-466E-5C6D00DE5BBA}" v="8" dt="2026-07-21T22:28:10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4B80C2EE-39CC-A617-466E-5C6D00DE5BBA}"/>
    <pc:docChg chg="addSld delSld modSld">
      <pc:chgData name="Maria P. Quintero Mantilla" userId="S::mariaquintero@periferia-it.com::6d12f434-6f11-4982-a406-c44d84c68cdf" providerId="AD" clId="Web-{4B80C2EE-39CC-A617-466E-5C6D00DE5BBA}" dt="2026-07-21T22:28:10.265" v="7"/>
      <pc:docMkLst>
        <pc:docMk/>
      </pc:docMkLst>
      <pc:sldChg chg="add del">
        <pc:chgData name="Maria P. Quintero Mantilla" userId="S::mariaquintero@periferia-it.com::6d12f434-6f11-4982-a406-c44d84c68cdf" providerId="AD" clId="Web-{4B80C2EE-39CC-A617-466E-5C6D00DE5BBA}" dt="2026-07-21T22:28:10.265" v="7"/>
        <pc:sldMkLst>
          <pc:docMk/>
          <pc:sldMk cId="1324573760" sldId="256"/>
        </pc:sldMkLst>
      </pc:sldChg>
      <pc:sldChg chg="addSp delSp modSp add replId">
        <pc:chgData name="Maria P. Quintero Mantilla" userId="S::mariaquintero@periferia-it.com::6d12f434-6f11-4982-a406-c44d84c68cdf" providerId="AD" clId="Web-{4B80C2EE-39CC-A617-466E-5C6D00DE5BBA}" dt="2026-07-21T22:27:53.030" v="4" actId="14100"/>
        <pc:sldMkLst>
          <pc:docMk/>
          <pc:sldMk cId="2301359382" sldId="257"/>
        </pc:sldMkLst>
        <pc:picChg chg="add mod">
          <ac:chgData name="Maria P. Quintero Mantilla" userId="S::mariaquintero@periferia-it.com::6d12f434-6f11-4982-a406-c44d84c68cdf" providerId="AD" clId="Web-{4B80C2EE-39CC-A617-466E-5C6D00DE5BBA}" dt="2026-07-21T22:27:53.030" v="4" actId="14100"/>
          <ac:picMkLst>
            <pc:docMk/>
            <pc:sldMk cId="2301359382" sldId="257"/>
            <ac:picMk id="2" creationId="{3DA14A30-CD10-87A5-0CFA-2DE5B655E618}"/>
          </ac:picMkLst>
        </pc:picChg>
        <pc:picChg chg="del">
          <ac:chgData name="Maria P. Quintero Mantilla" userId="S::mariaquintero@periferia-it.com::6d12f434-6f11-4982-a406-c44d84c68cdf" providerId="AD" clId="Web-{4B80C2EE-39CC-A617-466E-5C6D00DE5BBA}" dt="2026-07-21T22:27:33.655" v="1"/>
          <ac:picMkLst>
            <pc:docMk/>
            <pc:sldMk cId="2301359382" sldId="257"/>
            <ac:picMk id="5" creationId="{D840D37E-0ECD-4C91-9D63-40C1E1BDC7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1835B-BF78-95D3-0C7A-7F5736FFD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C73E52-ECFD-29A5-131A-A187FBF3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BCD3C-03AA-AE72-63C2-4333A21A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2AA2C-5D69-4D9D-6274-B7B13344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F72FA-8FA5-A743-D52A-1111E068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57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89C6F-EB7E-4CAC-E2E8-834EFE50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0352A-AAA3-3BF2-32C9-AAFDC3C8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C01A5-1D2C-E974-D1AF-E9B59CD0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3581C-51BF-4909-4AB7-18F082FC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E46F2-15BA-699B-E0FB-A227727E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0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2246-1688-EAB5-5694-5AAD3B8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6ACF4-3D04-3CB8-4530-5E779B2A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ACBA1-A308-DC31-F256-A379FEBF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364F5-A8C7-3EE8-054E-25D4CDEF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DB2B9-28DF-A600-8FFF-70857AE7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10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4ACEF-FF58-1DF4-6AC3-B2D57AE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20B53-0B93-C3F7-070E-0D5434E22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7B5DC6-0F4E-0FA4-2D03-EDB4A63F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981EE-11B7-B7D4-2FE6-B0BF793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48819-5A57-E71A-D795-3C565ED9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A52320-08EA-8B64-74BD-EA3AEB0F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31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80BAB-F4E1-02A7-6493-E87FE087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6362F0-1F78-88DF-47A8-52DFC386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E977FE-8FF6-6D68-6C0C-57FBF7D29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D82A7B-B392-5B75-CA3D-24AC1C2AA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FEFAE9-AE08-5ECC-7DAD-8084EEFF9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64EE40-0A3E-FDAA-11B6-83C9D3AA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98B21C-FDD1-2A6E-D5D3-35CA6DCD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55D96-EB2E-BA94-1D53-B94C313A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98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B4D6-86E0-06F6-C6FA-E9037ADA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BAE13-E275-1F23-83DA-342CE8D1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77B574-30E4-6B92-FECD-89023CED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66F45D-5982-3EE7-6986-8CF37520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49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E60F19-C4FA-4107-744E-AB26CED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62325-A1CF-AC4A-A744-333586F4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E1144A-3FF3-4B5E-0B81-58931C92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90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66F3-0779-7B95-5AA2-F9D2F022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71701-09DF-4423-308C-4A8661F3B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ED3CCC-1E24-AF03-BCF4-966ADA13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299AD-4504-13F1-8F89-B9123305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B61454-9D36-0E74-16F5-B80350DB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7C3AA8-D786-53E2-4453-FA5A9785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403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5A36-A824-B4DF-051D-9A2B7AB3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86F405-39D3-AA78-6D12-87C893E8F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FA666D-7D11-BD89-36C6-38D3FD02D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1CB07-141B-D1F3-9A92-E3D4C54F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24AD9-E307-9C9D-51CD-938A871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5CCF6-8FAE-5EAC-CAA6-B9883CE3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343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3363E-0435-C6E3-E408-15DDC49D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2448-8AB9-FBDE-CD6B-6A9C6D1C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D9006-224A-00FB-C7D9-38DC86B6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175BD-78E5-B866-E451-45822060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D0D78-BE6C-87C9-BD22-17AA2793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06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D6EFE-DFB0-B02A-0211-D7E58CC47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D5854-5A1D-3EAC-984E-272430758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4AD9B-A8D8-83AD-6917-609FFB2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A7E9D-0268-3A2D-A8F0-F8E6FF05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3F978-B4ED-0D03-442E-D5B411D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6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606B67-424F-A697-3ADF-31FF8C43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C6DCC4-B60D-03BF-B9FE-E889BAEE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F1073-9858-B039-5084-264F40BC2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01DA-0B9B-454D-873A-B1F653AF1FA4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41ACA-1B94-6E67-4414-F1CD24D6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54A5B-0D74-A698-9CFE-827E87F85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DEBD-E436-FAA2-9DC0-F96648BF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DA14A30-CD10-87A5-0CFA-2DE5B655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" y="-3401"/>
            <a:ext cx="12228285" cy="687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9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85B98F-2CE3-4BA2-914D-3A219B085C71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6DA54F8D-EFA2-4AE7-A7FE-5D0F6377F8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44A08D-9A05-4494-A037-6308BB481F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11</cp:revision>
  <dcterms:created xsi:type="dcterms:W3CDTF">2025-01-31T15:54:26Z</dcterms:created>
  <dcterms:modified xsi:type="dcterms:W3CDTF">2026-07-21T22:28:13Z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