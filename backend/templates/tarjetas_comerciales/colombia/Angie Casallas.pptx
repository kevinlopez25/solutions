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7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BBB23-02CA-C209-3F0F-B1FD3841F3FA}" v="2" dt="2026-01-22T19:47:10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51"/>
    <p:restoredTop sz="94658"/>
  </p:normalViewPr>
  <p:slideViewPr>
    <p:cSldViewPr snapToGrid="0">
      <p:cViewPr varScale="1">
        <p:scale>
          <a:sx n="154" d="100"/>
          <a:sy n="154" d="100"/>
        </p:scale>
        <p:origin x="15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. Quintero Mantilla" userId="S::mariaquintero@periferia-it.com::6d12f434-6f11-4982-a406-c44d84c68cdf" providerId="AD" clId="Web-{7A8BBB23-02CA-C209-3F0F-B1FD3841F3FA}"/>
    <pc:docChg chg="addSld delSld">
      <pc:chgData name="Maria P. Quintero Mantilla" userId="S::mariaquintero@periferia-it.com::6d12f434-6f11-4982-a406-c44d84c68cdf" providerId="AD" clId="Web-{7A8BBB23-02CA-C209-3F0F-B1FD3841F3FA}" dt="2026-01-22T19:47:10.820" v="1"/>
      <pc:docMkLst>
        <pc:docMk/>
      </pc:docMkLst>
      <pc:sldChg chg="add del">
        <pc:chgData name="Maria P. Quintero Mantilla" userId="S::mariaquintero@periferia-it.com::6d12f434-6f11-4982-a406-c44d84c68cdf" providerId="AD" clId="Web-{7A8BBB23-02CA-C209-3F0F-B1FD3841F3FA}" dt="2026-01-22T19:47:10.820" v="1"/>
        <pc:sldMkLst>
          <pc:docMk/>
          <pc:sldMk cId="2270622593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6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B46318-A732-4A5D-911B-999EA0A12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4990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28</cp:revision>
  <dcterms:created xsi:type="dcterms:W3CDTF">2024-01-17T20:43:53Z</dcterms:created>
  <dcterms:modified xsi:type="dcterms:W3CDTF">2026-01-22T20:00:50Z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