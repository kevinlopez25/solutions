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60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4F23EF-A035-E9C9-27A1-3991E89E0558}" v="2" dt="2026-08-13T14:29:29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1"/>
    <p:restoredTop sz="94658"/>
  </p:normalViewPr>
  <p:slideViewPr>
    <p:cSldViewPr snapToGrid="0">
      <p:cViewPr varScale="1">
        <p:scale>
          <a:sx n="83" d="100"/>
          <a:sy n="83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274F23EF-A035-E9C9-27A1-3991E89E0558}"/>
    <pc:docChg chg="addSld modSld">
      <pc:chgData name="Heidy D. Romero Aguiar" userId="S::heidyromero@cbit-online.com::e5c2d023-8841-45cd-a450-44328d5b70f1" providerId="AD" clId="Web-{274F23EF-A035-E9C9-27A1-3991E89E0558}" dt="2026-08-13T14:29:29.765" v="1"/>
      <pc:docMkLst>
        <pc:docMk/>
      </pc:docMkLst>
      <pc:sldChg chg="delSp add">
        <pc:chgData name="Heidy D. Romero Aguiar" userId="S::heidyromero@cbit-online.com::e5c2d023-8841-45cd-a450-44328d5b70f1" providerId="AD" clId="Web-{274F23EF-A035-E9C9-27A1-3991E89E0558}" dt="2026-08-13T14:29:29.765" v="1"/>
        <pc:sldMkLst>
          <pc:docMk/>
          <pc:sldMk cId="1996013887" sldId="260"/>
        </pc:sldMkLst>
        <pc:picChg chg="del">
          <ac:chgData name="Heidy D. Romero Aguiar" userId="S::heidyromero@cbit-online.com::e5c2d023-8841-45cd-a450-44328d5b70f1" providerId="AD" clId="Web-{274F23EF-A035-E9C9-27A1-3991E89E0558}" dt="2026-08-13T14:29:29.765" v="1"/>
          <ac:picMkLst>
            <pc:docMk/>
            <pc:sldMk cId="1996013887" sldId="260"/>
            <ac:picMk id="10" creationId="{CDBC8A09-98BA-F07A-BB05-B743B2F389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310 270 50 60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1108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F5FA64-35CB-E41B-D291-5B35E71A8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73386" y="868737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</a:t>
            </a:r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CO" sz="1350" b="1" noProof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</a:t>
            </a:r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Manager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 err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</a:t>
            </a:r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</a:t>
            </a:r>
            <a:r>
              <a:rPr lang="es-CO" sz="1350" b="1" noProof="0" err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Experience</a:t>
            </a:r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825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noProof="0">
                <a:solidFill>
                  <a:schemeClr val="bg1"/>
                </a:solidFill>
              </a:rPr>
              <a:t>experenciadecliente</a:t>
            </a:r>
            <a:r>
              <a:rPr lang="es-CO" sz="825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350" b="1" noProof="0">
                <a:solidFill>
                  <a:srgbClr val="FFFFFF"/>
                </a:solidFill>
                <a:ea typeface="+mn-lt"/>
                <a:cs typeface="+mn-lt"/>
              </a:rPr>
              <a:t>KAM</a:t>
            </a:r>
            <a:endParaRPr lang="es-CO" noProof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20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Erika Mejia</a:t>
            </a:r>
            <a:endParaRPr lang="es-CO" sz="1200" noProof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>
                <a:solidFill>
                  <a:srgbClr val="FFFFFF"/>
                </a:solidFill>
                <a:ea typeface="+mn-lt"/>
                <a:cs typeface="+mn-lt"/>
              </a:rPr>
              <a:t>erikamejias@periferiaitgroup.com</a:t>
            </a:r>
            <a:endParaRPr lang="es-CO" noProof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>
                <a:solidFill>
                  <a:srgbClr val="FFFFFF"/>
                </a:solidFill>
                <a:ea typeface="+mn-lt"/>
                <a:cs typeface="+mn-lt"/>
              </a:rPr>
              <a:t>(+57) 310 270 50 60</a:t>
            </a:r>
            <a:endParaRPr lang="es-CO" sz="1050" noProof="0">
              <a:solidFill>
                <a:srgbClr val="FFFFFF"/>
              </a:solidFill>
              <a:ea typeface="Calibri"/>
              <a:cs typeface="Calibri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 noProof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s-CO" sz="1350" noProof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504EAF-81CA-400F-97C0-960CC5BDA6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93E959-676C-47DA-8D5F-FE602D004E80}">
  <ds:schemaRefs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42031908-afc3-4861-95d9-cc85d1091e34"/>
    <ds:schemaRef ds:uri="4948dcbb-4498-453a-bb2a-2f6e93dc52f8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4989</TotalTime>
  <Words>5</Words>
  <Application>Microsoft Office PowerPoint</Application>
  <PresentationFormat>Custom</PresentationFormat>
  <Paragraphs>2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Gabriela Garcia Figueroa</cp:lastModifiedBy>
  <cp:revision>22</cp:revision>
  <dcterms:created xsi:type="dcterms:W3CDTF">2024-01-17T20:43:53Z</dcterms:created>
  <dcterms:modified xsi:type="dcterms:W3CDTF">2026-08-13T14:29:31Z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