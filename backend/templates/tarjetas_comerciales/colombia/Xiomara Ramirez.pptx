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E7006-3FD9-9057-7C38-3EA34DA67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886973-2E93-688D-BAB1-4C797DEFF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59EF41-D7CD-E92D-C6F3-149F7C0E8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001635-6F84-530B-AE97-1241BFFB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B4F6B5-45B6-F2C5-6EC5-EE04FDF3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642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67A10-C72A-E84E-AEBA-1F17DD70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3C6044-D306-E00D-C36E-D5D3D14A3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7DD9E2-CE85-0F77-1CD1-9186B134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6B8240-62E4-8124-2E65-5D35A404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EB9950-998D-FA80-F911-D9802482B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4473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F7389-48AA-420A-719E-7F32C9BA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36F817-05A3-D607-154F-E1512C5A6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FA71EA-04B8-2A39-8E45-43D57B77B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3C68A6-C9D9-ECFF-B19B-04B48CAB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A2D28C-09E6-AF04-471D-3F4DDFE0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9633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6393E-2528-C627-82EF-A8DD32BA2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5B087D-43E4-8E4F-4F99-108DE3F03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8CB7CF-0988-C29A-937D-DB046DE99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F4449A-B004-1B3F-35D1-D29AFEB6B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63E6CA-92CD-4C7D-5F25-29D79F40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2E9FAE-C4D4-BCDF-54F5-F4563DB3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6230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AD36A-3B8F-87AA-54D2-66AB79B38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BA59B-2D8A-A0A1-B6BF-700A3E17D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E6E980-1CC0-E9E5-320D-407E48EAB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B6321EE-5A04-975F-7D7B-06A96B404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4039425-6341-D924-8F2D-0475FF56A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85608E-24CD-AFED-3E96-9075E44E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597BED2-09E4-D43E-4AAC-E42B1030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5B8653-1A71-CFE9-807D-C0D0F02B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4807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5E738-1F3D-0FB3-23BE-556FB714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AB97D2-FB46-25CF-BDCF-B8AFED6B3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75AF90-687C-5034-8E67-6A5870AB3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B9D38C-4844-EE01-7AE7-84523CCF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007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23FF7CA-B500-BFA7-E049-1EF1D77D5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29A2D6-AA97-728C-6604-DC957BE7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43C387-ACD6-CB76-63A3-CA7E669D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364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F749B-0450-5AE4-CAA1-9EDB341F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96B741-6249-0C1E-A1AC-3D9B63990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9D6924-32F0-14F0-F1DD-018E88612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9835A8-8BC7-C0F5-120C-2C1F80DA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BAB4AD-5883-7952-013C-EDBD21CA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F4AD26-BCDC-96F6-DE8F-3443EF6C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775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FD9F6-DB31-9579-61B0-A3C6A607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210EAC-8D00-613B-596B-13707A22A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9EA6A4-18EC-9CB4-011A-753DE97C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399711-42F5-3863-9434-85C6DF2C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FB9D01-4DA4-FB15-9011-4F06DED4E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6F6939-3517-D0ED-E73F-AA8E30AF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3827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60534-679E-3664-8BAE-107BB8AA0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7D6B2F-B8D5-B9B5-01DE-B8C6650F9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27CB50-25BD-2AA1-C4A6-20FFAD3E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3D4E17-FDDA-3FB5-A6B7-E44C4F72E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9EC2DF-F4D1-92A2-88CE-1980CC50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520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1AF1B8-5352-271E-CF09-A56165DAC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C7EFA9-C986-8153-E635-6FC092D04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8767F-0503-221A-DC83-2D30637F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DBCFF8-0EFE-E82E-3A0C-E972918F3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627D39-3852-78BA-ACE2-1269F4ED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794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AAC49E-CBE9-43E2-4263-2AE649A9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848EA6-295A-825B-20FD-444CC1CD1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AD9AFD-1574-D2EA-885E-8A35B137A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2C7CE-361B-4EE3-9639-8AA9D08783E5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13C397-FD0D-EEA2-5B63-059070121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BA497E-4FE8-6999-CF1A-3A7961EF0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374E6-AAF7-47CE-BE61-2E93697F748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55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B371-F2A8-935B-AC43-FD5D6D9A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3C4FF4-C895-924E-FEDD-5A0BBF6756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38" y="-75454"/>
            <a:ext cx="12326144" cy="693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23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0cd4bbda18b18ac5177d16127a1a2b37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336f27b0b3dfed44956b7410a1f91a35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Props1.xml><?xml version="1.0" encoding="utf-8"?>
<ds:datastoreItem xmlns:ds="http://schemas.openxmlformats.org/officeDocument/2006/customXml" ds:itemID="{DD460537-5D30-4412-9542-FA652E02B705}"/>
</file>

<file path=customXml/itemProps2.xml><?xml version="1.0" encoding="utf-8"?>
<ds:datastoreItem xmlns:ds="http://schemas.openxmlformats.org/officeDocument/2006/customXml" ds:itemID="{CF708E24-D220-4722-BDA4-59D852B75453}"/>
</file>

<file path=customXml/itemProps3.xml><?xml version="1.0" encoding="utf-8"?>
<ds:datastoreItem xmlns:ds="http://schemas.openxmlformats.org/officeDocument/2006/customXml" ds:itemID="{C5BF9B94-BBBA-44A1-8706-D63406CECE3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Claudia Copete Mendez</cp:lastModifiedBy>
  <cp:revision>1</cp:revision>
  <dcterms:created xsi:type="dcterms:W3CDTF">2025-01-31T15:24:24Z</dcterms:created>
  <dcterms:modified xsi:type="dcterms:W3CDTF">2025-01-31T15:24:48Z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</Properties>
</file>