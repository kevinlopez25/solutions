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D65A0D-8777-16EF-FE1A-56D6AB4BED92}" v="5" dt="2025-02-11T21:23:32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1835B-BF78-95D3-0C7A-7F5736FFD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C73E52-ECFD-29A5-131A-A187FBF3C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8BCD3C-03AA-AE72-63C2-4333A21A9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C2AA2C-5D69-4D9D-6274-B7B133441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BF72FA-8FA5-A743-D52A-1111E068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5573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89C6F-EB7E-4CAC-E2E8-834EFE50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D0352A-AAA3-3BF2-32C9-AAFDC3C81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CC01A5-1D2C-E974-D1AF-E9B59CD0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E3581C-51BF-4909-4AB7-18F082FC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BE46F2-15BA-699B-E0FB-A227727E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7038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92246-1688-EAB5-5694-5AAD3B8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96ACF4-3D04-3CB8-4530-5E779B2A9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EACBA1-A308-DC31-F256-A379FEBF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F364F5-A8C7-3EE8-054E-25D4CDEFB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7DB2B9-28DF-A600-8FFF-70857AE73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310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4ACEF-FF58-1DF4-6AC3-B2D57AE0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620B53-0B93-C3F7-070E-0D5434E22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7B5DC6-0F4E-0FA4-2D03-EDB4A63FF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7981EE-11B7-B7D4-2FE6-B0BF7931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748819-5A57-E71A-D795-3C565ED90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A52320-08EA-8B64-74BD-EA3AEB0F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31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80BAB-F4E1-02A7-6493-E87FE087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6362F0-1F78-88DF-47A8-52DFC386C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E977FE-8FF6-6D68-6C0C-57FBF7D29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D82A7B-B392-5B75-CA3D-24AC1C2AA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4FEFAE9-AE08-5ECC-7DAD-8084EEFF9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64EE40-0A3E-FDAA-11B6-83C9D3AA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98B21C-FDD1-2A6E-D5D3-35CA6DCD6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F455D96-EB2E-BA94-1D53-B94C313A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898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8B4D6-86E0-06F6-C6FA-E9037ADAF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1BAE13-E275-1F23-83DA-342CE8D1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77B574-30E4-6B92-FECD-89023CED9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966F45D-5982-3EE7-6986-8CF37520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49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6E60F19-C4FA-4107-744E-AB26CED20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862325-A1CF-AC4A-A744-333586F41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E1144A-3FF3-4B5E-0B81-58931C92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290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DE66F3-0779-7B95-5AA2-F9D2F0222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871701-09DF-4423-308C-4A8661F3B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ED3CCC-1E24-AF03-BCF4-966ADA13A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0299AD-4504-13F1-8F89-B9123305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B61454-9D36-0E74-16F5-B80350DBB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7C3AA8-D786-53E2-4453-FA5A9785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4030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25A36-A824-B4DF-051D-9A2B7AB3C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E86F405-39D3-AA78-6D12-87C893E8F5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FA666D-7D11-BD89-36C6-38D3FD02D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21CB07-141B-D1F3-9A92-E3D4C54F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524AD9-E307-9C9D-51CD-938A871E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A5CCF6-8FAE-5EAC-CAA6-B9883CE3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343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3363E-0435-C6E3-E408-15DDC49D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442448-8AB9-FBDE-CD6B-6A9C6D1CE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0D9006-224A-00FB-C7D9-38DC86B6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2175BD-78E5-B866-E451-458220601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DD0D78-BE6C-87C9-BD22-17AA2793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063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8D6EFE-DFB0-B02A-0211-D7E58CC47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8D5854-5A1D-3EAC-984E-272430758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A4AD9B-A8D8-83AD-6917-609FFB2D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4A7E9D-0268-3A2D-A8F0-F8E6FF05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33F978-B4ED-0D03-442E-D5B411D3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662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606B67-424F-A697-3ADF-31FF8C438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C6DCC4-B60D-03BF-B9FE-E889BAEE7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AF1073-9858-B039-5084-264F40BC2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D01DA-0B9B-454D-873A-B1F653AF1FA4}" type="datetimeFigureOut">
              <a:rPr lang="es-CO" smtClean="0"/>
              <a:t>25/07/2025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041ACA-1B94-6E67-4414-F1CD24D62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F54A5B-0D74-A698-9CFE-827E87F85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33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signatureImage">
            <a:extLst>
              <a:ext uri="{FF2B5EF4-FFF2-40B4-BE49-F238E27FC236}">
                <a16:creationId xmlns:a16="http://schemas.microsoft.com/office/drawing/2014/main" id="{CDF79222-B2D8-5E7B-461B-33EEEA8CF3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63326C-CC46-7403-C324-54CEC9F29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73" y="1144593"/>
            <a:ext cx="11044254" cy="384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737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0cd4bbda18b18ac5177d16127a1a2b37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336f27b0b3dfed44956b7410a1f91a35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A54F8D-EFA2-4AE7-A7FE-5D0F6377F8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85B98F-2CE3-4BA2-914D-3A219B085C71}">
  <ds:schemaRefs>
    <ds:schemaRef ds:uri="http://schemas.microsoft.com/office/2006/metadata/properties"/>
    <ds:schemaRef ds:uri="http://schemas.microsoft.com/office/infopath/2007/PartnerControls"/>
    <ds:schemaRef ds:uri="4948dcbb-4498-453a-bb2a-2f6e93dc52f8"/>
    <ds:schemaRef ds:uri="42031908-afc3-4861-95d9-cc85d1091e34"/>
  </ds:schemaRefs>
</ds:datastoreItem>
</file>

<file path=customXml/itemProps3.xml><?xml version="1.0" encoding="utf-8"?>
<ds:datastoreItem xmlns:ds="http://schemas.openxmlformats.org/officeDocument/2006/customXml" ds:itemID="{A2166AA0-15CD-47F1-8235-CE47F2E172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Copete Mendez</dc:creator>
  <cp:lastModifiedBy>Claudia Copete Mendez</cp:lastModifiedBy>
  <cp:revision>7</cp:revision>
  <dcterms:created xsi:type="dcterms:W3CDTF">2025-01-31T15:54:26Z</dcterms:created>
  <dcterms:modified xsi:type="dcterms:W3CDTF">2025-07-25T17:48:02Z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