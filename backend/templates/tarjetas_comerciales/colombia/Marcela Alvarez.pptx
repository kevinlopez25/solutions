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7"/>
  </p:notesMasterIdLst>
  <p:sldIdLst>
    <p:sldId id="267" r:id="rId5"/>
    <p:sldId id="2147483035" r:id="rId6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33"/>
    <a:srgbClr val="333333"/>
    <a:srgbClr val="E4EFD9"/>
    <a:srgbClr val="54A771"/>
    <a:srgbClr val="253880"/>
    <a:srgbClr val="BA32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7D2FFA-2B99-01CD-938E-0662182EC513}" v="2" dt="2026-08-13T14:26:11.7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546"/>
    <p:restoredTop sz="94658"/>
  </p:normalViewPr>
  <p:slideViewPr>
    <p:cSldViewPr snapToGrid="0">
      <p:cViewPr varScale="1">
        <p:scale>
          <a:sx n="145" d="100"/>
          <a:sy n="145" d="100"/>
        </p:scale>
        <p:origin x="160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idy D. Romero Aguiar" userId="S::heidyromero@cbit-online.com::e5c2d023-8841-45cd-a450-44328d5b70f1" providerId="AD" clId="Web-{F87D2FFA-2B99-01CD-938E-0662182EC513}"/>
    <pc:docChg chg="addSld modSld">
      <pc:chgData name="Heidy D. Romero Aguiar" userId="S::heidyromero@cbit-online.com::e5c2d023-8841-45cd-a450-44328d5b70f1" providerId="AD" clId="Web-{F87D2FFA-2B99-01CD-938E-0662182EC513}" dt="2026-08-13T14:26:11.732" v="1"/>
      <pc:docMkLst>
        <pc:docMk/>
      </pc:docMkLst>
      <pc:sldChg chg="delSp add">
        <pc:chgData name="Heidy D. Romero Aguiar" userId="S::heidyromero@cbit-online.com::e5c2d023-8841-45cd-a450-44328d5b70f1" providerId="AD" clId="Web-{F87D2FFA-2B99-01CD-938E-0662182EC513}" dt="2026-08-13T14:26:11.732" v="1"/>
        <pc:sldMkLst>
          <pc:docMk/>
          <pc:sldMk cId="2793570824" sldId="2147483035"/>
        </pc:sldMkLst>
        <pc:picChg chg="del">
          <ac:chgData name="Heidy D. Romero Aguiar" userId="S::heidyromero@cbit-online.com::e5c2d023-8841-45cd-a450-44328d5b70f1" providerId="AD" clId="Web-{F87D2FFA-2B99-01CD-938E-0662182EC513}" dt="2026-08-13T14:26:11.732" v="1"/>
          <ac:picMkLst>
            <pc:docMk/>
            <pc:sldMk cId="2793570824" sldId="2147483035"/>
            <ac:picMk id="12" creationId="{83D9DD57-DBC5-BB15-41B2-BFAE388B1CE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048F67-8168-3B43-9BE2-079417FBDB0F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A9EAED-883F-F34C-91F5-3F423528D291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3063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262AF-9322-4116-B063-A7CE15D7F1CA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33394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3839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971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1744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519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999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3786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01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8841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487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8994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3238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4361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66EA882-32C8-243D-FF47-78E3FD65EB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" y="-52789"/>
            <a:ext cx="9253166" cy="5197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622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10400EF0-F704-7E75-A3AE-0CD3FE08F0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" y="10951"/>
            <a:ext cx="9143999" cy="523245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1AEB040-7260-7CCB-2434-F2DACE8E43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2846" y="1081961"/>
            <a:ext cx="2523449" cy="2112035"/>
          </a:xfrm>
          <a:prstGeom prst="rect">
            <a:avLst/>
          </a:prstGeom>
        </p:spPr>
      </p:pic>
      <p:cxnSp>
        <p:nvCxnSpPr>
          <p:cNvPr id="16" name="Conector recto 2">
            <a:extLst>
              <a:ext uri="{FF2B5EF4-FFF2-40B4-BE49-F238E27FC236}">
                <a16:creationId xmlns:a16="http://schemas.microsoft.com/office/drawing/2014/main" id="{4D38EA46-9AEE-1B2C-2ADE-9C596A901EF2}"/>
              </a:ext>
            </a:extLst>
          </p:cNvPr>
          <p:cNvCxnSpPr>
            <a:cxnSpLocks/>
          </p:cNvCxnSpPr>
          <p:nvPr/>
        </p:nvCxnSpPr>
        <p:spPr>
          <a:xfrm>
            <a:off x="1639393" y="253708"/>
            <a:ext cx="7286558" cy="0"/>
          </a:xfrm>
          <a:prstGeom prst="line">
            <a:avLst/>
          </a:prstGeom>
          <a:ln w="1270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FCD8FCB-0FCE-0C95-BD5C-97E9A7ABBA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95869" y="689580"/>
            <a:ext cx="4572000" cy="779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C15E38-C3B0-22B5-D656-8397553293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460391" y="3086163"/>
            <a:ext cx="6696254" cy="7967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7AF6AA-0E5D-A2FD-81E4-84AFA9C726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079194" y="2266713"/>
            <a:ext cx="5941443" cy="8216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5BEBCA-980F-3264-4C0B-802E61D90B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706580" y="1469764"/>
            <a:ext cx="5197415" cy="7969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BF405D-EBB0-92A8-531A-D787492ABE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812439" y="3885363"/>
            <a:ext cx="7397150" cy="8053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E1FBE6-86A0-E44D-1BFD-432245BE57E2}"/>
              </a:ext>
            </a:extLst>
          </p:cNvPr>
          <p:cNvSpPr txBox="1"/>
          <p:nvPr/>
        </p:nvSpPr>
        <p:spPr>
          <a:xfrm>
            <a:off x="1462803" y="921540"/>
            <a:ext cx="1333499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1350" b="1" noProof="0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Scrum Master / Technical Leader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0C633F-B714-5997-ED13-F9F25DB6C5F2}"/>
              </a:ext>
            </a:extLst>
          </p:cNvPr>
          <p:cNvSpPr txBox="1"/>
          <p:nvPr/>
        </p:nvSpPr>
        <p:spPr>
          <a:xfrm>
            <a:off x="1492237" y="1688259"/>
            <a:ext cx="203199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1350" b="1" noProof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Tower Leader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DDF9D6-63D9-6A1F-3CCC-5DB6B47F768E}"/>
              </a:ext>
            </a:extLst>
          </p:cNvPr>
          <p:cNvSpPr txBox="1"/>
          <p:nvPr/>
        </p:nvSpPr>
        <p:spPr>
          <a:xfrm>
            <a:off x="1473386" y="2499303"/>
            <a:ext cx="231774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1350" b="1" noProof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PMO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3E5AA9-587C-9EE7-D9C6-850EBE4D09A4}"/>
              </a:ext>
            </a:extLst>
          </p:cNvPr>
          <p:cNvSpPr txBox="1"/>
          <p:nvPr/>
        </p:nvSpPr>
        <p:spPr>
          <a:xfrm>
            <a:off x="1473387" y="3318722"/>
            <a:ext cx="270274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1350" b="1" noProof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Corporate Development Manager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78DA53-8459-964E-8023-FEF82D0E071C}"/>
              </a:ext>
            </a:extLst>
          </p:cNvPr>
          <p:cNvSpPr txBox="1"/>
          <p:nvPr/>
        </p:nvSpPr>
        <p:spPr>
          <a:xfrm>
            <a:off x="1473387" y="3965457"/>
            <a:ext cx="270274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1350" b="1" noProof="0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Customer Experience Manager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21D00C-1491-0D2D-8519-EC11DDA888D2}"/>
              </a:ext>
            </a:extLst>
          </p:cNvPr>
          <p:cNvSpPr txBox="1"/>
          <p:nvPr/>
        </p:nvSpPr>
        <p:spPr>
          <a:xfrm>
            <a:off x="6377330" y="4194413"/>
            <a:ext cx="2158999" cy="4501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CO" sz="825" noProof="0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Presentamos nuestro esquema de escalamiento en caso de presentar algún inconveniente con el servicio prestado.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346312-0CC0-F53B-B528-24F0FEBC7FD5}"/>
              </a:ext>
            </a:extLst>
          </p:cNvPr>
          <p:cNvSpPr txBox="1"/>
          <p:nvPr/>
        </p:nvSpPr>
        <p:spPr>
          <a:xfrm>
            <a:off x="1630381" y="4260657"/>
            <a:ext cx="2127250" cy="1962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825" noProof="0">
                <a:solidFill>
                  <a:schemeClr val="bg1"/>
                </a:solidFill>
              </a:rPr>
              <a:t>experenciadecliente</a:t>
            </a:r>
            <a:r>
              <a:rPr lang="es-CO" sz="825" noProof="0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@periferiaitgroup.com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664AFFB-ACDF-A6F3-DB88-AD729F7E1F8B}"/>
              </a:ext>
            </a:extLst>
          </p:cNvPr>
          <p:cNvSpPr txBox="1"/>
          <p:nvPr/>
        </p:nvSpPr>
        <p:spPr>
          <a:xfrm>
            <a:off x="6521076" y="2079571"/>
            <a:ext cx="197522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CO" sz="1350" b="1" noProof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KAM</a:t>
            </a:r>
            <a:endParaRPr lang="es-CO" sz="1350" noProof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C0D6402-4B71-A16F-30F4-EBCAC5DF9894}"/>
              </a:ext>
            </a:extLst>
          </p:cNvPr>
          <p:cNvSpPr txBox="1"/>
          <p:nvPr/>
        </p:nvSpPr>
        <p:spPr>
          <a:xfrm>
            <a:off x="6557248" y="2391416"/>
            <a:ext cx="1799165" cy="2539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CO" sz="1200" b="1" noProof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Marcela Alvarez</a:t>
            </a:r>
            <a:endParaRPr lang="es-CO" sz="1200" noProof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B31876-70B7-A7C3-0D92-7573CA316136}"/>
              </a:ext>
            </a:extLst>
          </p:cNvPr>
          <p:cNvSpPr txBox="1"/>
          <p:nvPr/>
        </p:nvSpPr>
        <p:spPr>
          <a:xfrm>
            <a:off x="6224172" y="2613665"/>
            <a:ext cx="2530013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CO" sz="1050" noProof="0">
                <a:solidFill>
                  <a:srgbClr val="FFFFFF"/>
                </a:solidFill>
                <a:ea typeface="+mn-lt"/>
                <a:cs typeface="+mn-lt"/>
              </a:rPr>
              <a:t>cindymalvarez@periferiaitgroup.com</a:t>
            </a:r>
            <a:endParaRPr lang="es-CO" sz="1350" noProof="0">
              <a:ea typeface="+mn-lt"/>
              <a:cs typeface="+mn-lt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223412-17B1-B380-8DF1-D47C374756B3}"/>
              </a:ext>
            </a:extLst>
          </p:cNvPr>
          <p:cNvSpPr txBox="1"/>
          <p:nvPr/>
        </p:nvSpPr>
        <p:spPr>
          <a:xfrm>
            <a:off x="6493747" y="2835915"/>
            <a:ext cx="1926165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CO" sz="1050" noProof="0">
                <a:solidFill>
                  <a:srgbClr val="FFFFFF"/>
                </a:solidFill>
                <a:ea typeface="+mn-lt"/>
                <a:cs typeface="+mn-lt"/>
              </a:rPr>
              <a:t>+57 3006599181</a:t>
            </a:r>
            <a:endParaRPr lang="es-CO" sz="1350" noProof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8530FE51-B181-6445-3657-35EB5B966AC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62216" y="1335622"/>
            <a:ext cx="589228" cy="589228"/>
          </a:xfrm>
          <a:prstGeom prst="rect">
            <a:avLst/>
          </a:prstGeom>
        </p:spPr>
      </p:pic>
      <p:sp>
        <p:nvSpPr>
          <p:cNvPr id="49" name="Título 1">
            <a:extLst>
              <a:ext uri="{FF2B5EF4-FFF2-40B4-BE49-F238E27FC236}">
                <a16:creationId xmlns:a16="http://schemas.microsoft.com/office/drawing/2014/main" id="{E6271277-0574-0B0F-B77D-45BDCCA9B646}"/>
              </a:ext>
            </a:extLst>
          </p:cNvPr>
          <p:cNvSpPr txBox="1">
            <a:spLocks/>
          </p:cNvSpPr>
          <p:nvPr/>
        </p:nvSpPr>
        <p:spPr>
          <a:xfrm>
            <a:off x="6328515" y="352013"/>
            <a:ext cx="2222110" cy="699311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100" b="1" noProof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Nivel de Escalamiento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B857C3B-C190-804E-E267-2CE6B27F18D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7364" y="2383508"/>
            <a:ext cx="589228" cy="588095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59509226-7FC7-A0CD-E037-1F867D9B86C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7364" y="3189941"/>
            <a:ext cx="589228" cy="589228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FBE0F58-512F-854D-72F0-27A5391B177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7363" y="3993401"/>
            <a:ext cx="589228" cy="589228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32E9B364-6308-8942-8759-F9A5F144D442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591" y="3415459"/>
            <a:ext cx="2124478" cy="726751"/>
          </a:xfrm>
          <a:prstGeom prst="rect">
            <a:avLst/>
          </a:prstGeom>
        </p:spPr>
      </p:pic>
      <p:sp>
        <p:nvSpPr>
          <p:cNvPr id="2" name="TextBox 44">
            <a:extLst>
              <a:ext uri="{FF2B5EF4-FFF2-40B4-BE49-F238E27FC236}">
                <a16:creationId xmlns:a16="http://schemas.microsoft.com/office/drawing/2014/main" id="{60CAA590-8F65-A281-7D07-FAE1AABD078C}"/>
              </a:ext>
            </a:extLst>
          </p:cNvPr>
          <p:cNvSpPr txBox="1"/>
          <p:nvPr/>
        </p:nvSpPr>
        <p:spPr>
          <a:xfrm>
            <a:off x="5733988" y="4906480"/>
            <a:ext cx="1926165" cy="230832"/>
          </a:xfrm>
          <a:prstGeom prst="rect">
            <a:avLst/>
          </a:prstGeom>
          <a:noFill/>
        </p:spPr>
        <p:txBody>
          <a:bodyPr rot="0" spcFirstLastPara="0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50" noProof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www.periferiaitgroup.com</a:t>
            </a:r>
            <a:endParaRPr lang="es-CO" sz="1350" noProof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AC6A079-4D1E-C446-DB0D-CE316B4FAD0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812" y="5021897"/>
            <a:ext cx="1612189" cy="30958"/>
          </a:xfrm>
          <a:prstGeom prst="rect">
            <a:avLst/>
          </a:prstGeom>
        </p:spPr>
      </p:pic>
      <p:pic>
        <p:nvPicPr>
          <p:cNvPr id="13" name="Picture 8" descr="Icono&#10;&#10;Descripción generada automáticamente">
            <a:extLst>
              <a:ext uri="{FF2B5EF4-FFF2-40B4-BE49-F238E27FC236}">
                <a16:creationId xmlns:a16="http://schemas.microsoft.com/office/drawing/2014/main" id="{8DFC39C5-49EA-E967-6F3F-879E24EA04E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3430" y="803460"/>
            <a:ext cx="588095" cy="589228"/>
          </a:xfrm>
          <a:prstGeom prst="rect">
            <a:avLst/>
          </a:prstGeom>
        </p:spPr>
      </p:pic>
      <p:pic>
        <p:nvPicPr>
          <p:cNvPr id="17" name="Picture 7">
            <a:extLst>
              <a:ext uri="{FF2B5EF4-FFF2-40B4-BE49-F238E27FC236}">
                <a16:creationId xmlns:a16="http://schemas.microsoft.com/office/drawing/2014/main" id="{85CD65CB-6E7A-A2C2-BD66-B2DCBB1AB903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5025" y="1582948"/>
            <a:ext cx="589228" cy="58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5708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13845BC0BE8D498EAB0B4A65887C77" ma:contentTypeVersion="14" ma:contentTypeDescription="Crear nuevo documento." ma:contentTypeScope="" ma:versionID="ef2f4ee381d22387e66574f7f247f396">
  <xsd:schema xmlns:xsd="http://www.w3.org/2001/XMLSchema" xmlns:xs="http://www.w3.org/2001/XMLSchema" xmlns:p="http://schemas.microsoft.com/office/2006/metadata/properties" xmlns:ns2="4948dcbb-4498-453a-bb2a-2f6e93dc52f8" xmlns:ns3="42031908-afc3-4861-95d9-cc85d1091e34" targetNamespace="http://schemas.microsoft.com/office/2006/metadata/properties" ma:root="true" ma:fieldsID="ae80c4cb4fc4bddc35a137efff19a3a4" ns2:_="" ns3:_="">
    <xsd:import namespace="4948dcbb-4498-453a-bb2a-2f6e93dc52f8"/>
    <xsd:import namespace="42031908-afc3-4861-95d9-cc85d1091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48dcbb-4498-453a-bb2a-2f6e93dc5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193352c-83ee-4464-bc63-33cfba68ac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031908-afc3-4861-95d9-cc85d1091e3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35139d8-d1b2-47c2-b3db-86218de769fd}" ma:internalName="TaxCatchAll" ma:showField="CatchAllData" ma:web="42031908-afc3-4861-95d9-cc85d1091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2031908-afc3-4861-95d9-cc85d1091e34" xsi:nil="true"/>
    <lcf76f155ced4ddcb4097134ff3c332f xmlns="4948dcbb-4498-453a-bb2a-2f6e93dc52f8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D9D764E-6421-4F16-B505-6E26C7594E2E}"/>
</file>

<file path=customXml/itemProps2.xml><?xml version="1.0" encoding="utf-8"?>
<ds:datastoreItem xmlns:ds="http://schemas.openxmlformats.org/officeDocument/2006/customXml" ds:itemID="{FE93E959-676C-47DA-8D5F-FE602D004E80}">
  <ds:schemaRefs>
    <ds:schemaRef ds:uri="http://purl.org/dc/terms/"/>
    <ds:schemaRef ds:uri="http://purl.org/dc/dcmitype/"/>
    <ds:schemaRef ds:uri="http://purl.org/dc/elements/1.1/"/>
    <ds:schemaRef ds:uri="ebbf6276-346d-47e8-aa4b-bdd022f42014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569a3ee8-acd2-4e88-aa54-11c88a6c45aa"/>
    <ds:schemaRef ds:uri="http://schemas.microsoft.com/office/2006/metadata/properties"/>
    <ds:schemaRef ds:uri="http://www.w3.org/XML/1998/namespace"/>
    <ds:schemaRef ds:uri="42031908-afc3-4861-95d9-cc85d1091e34"/>
    <ds:schemaRef ds:uri="4948dcbb-4498-453a-bb2a-2f6e93dc52f8"/>
  </ds:schemaRefs>
</ds:datastoreItem>
</file>

<file path=customXml/itemProps3.xml><?xml version="1.0" encoding="utf-8"?>
<ds:datastoreItem xmlns:ds="http://schemas.openxmlformats.org/officeDocument/2006/customXml" ds:itemID="{745F8F8A-C913-4FAA-B8AF-971175F8F2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4993</TotalTime>
  <Words>0</Words>
  <Application>Microsoft Office PowerPoint</Application>
  <PresentationFormat>Custom</PresentationFormat>
  <Paragraphs>0</Paragraphs>
  <Slides>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Tema de Office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presentación</dc:title>
  <dc:creator>Angela Camargo</dc:creator>
  <cp:lastModifiedBy>Alex D. Camargo Silva</cp:lastModifiedBy>
  <cp:revision>25</cp:revision>
  <dcterms:created xsi:type="dcterms:W3CDTF">2024-01-17T20:43:53Z</dcterms:created>
  <dcterms:modified xsi:type="dcterms:W3CDTF">2026-08-13T14:26:16Z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0x0101008A13845BC0BE8D498EAB0B4A65887C77</vt:lpwstr>
  </property>
  <property fmtid="{D5CDD505-2E9C-101B-9397-08002B2CF9AE}" pid="3" name="MediaServiceImageTags">
    <vt:lpwstr/>
  </property>
</Properties>
</file>