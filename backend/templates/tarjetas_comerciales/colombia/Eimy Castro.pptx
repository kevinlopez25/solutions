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147483036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07DF4-A71A-D7A0-A011-E8084D166767}" v="2" dt="2026-08-13T14:30:37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63"/>
    <p:restoredTop sz="94658"/>
  </p:normalViewPr>
  <p:slideViewPr>
    <p:cSldViewPr snapToGrid="0">
      <p:cViewPr varScale="1">
        <p:scale>
          <a:sx n="150" d="100"/>
          <a:sy n="150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98307DF4-A71A-D7A0-A011-E8084D166767}"/>
    <pc:docChg chg="addSld modSld">
      <pc:chgData name="Heidy D. Romero Aguiar" userId="S::heidyromero@cbit-online.com::e5c2d023-8841-45cd-a450-44328d5b70f1" providerId="AD" clId="Web-{98307DF4-A71A-D7A0-A011-E8084D166767}" dt="2026-08-13T14:30:37.286" v="1"/>
      <pc:docMkLst>
        <pc:docMk/>
      </pc:docMkLst>
      <pc:sldChg chg="delSp add">
        <pc:chgData name="Heidy D. Romero Aguiar" userId="S::heidyromero@cbit-online.com::e5c2d023-8841-45cd-a450-44328d5b70f1" providerId="AD" clId="Web-{98307DF4-A71A-D7A0-A011-E8084D166767}" dt="2026-08-13T14:30:37.286" v="1"/>
        <pc:sldMkLst>
          <pc:docMk/>
          <pc:sldMk cId="3436610254" sldId="2147483036"/>
        </pc:sldMkLst>
        <pc:picChg chg="del">
          <ac:chgData name="Heidy D. Romero Aguiar" userId="S::heidyromero@cbit-online.com::e5c2d023-8841-45cd-a450-44328d5b70f1" providerId="AD" clId="Web-{98307DF4-A71A-D7A0-A011-E8084D166767}" dt="2026-08-13T14:30:37.286" v="1"/>
          <ac:picMkLst>
            <pc:docMk/>
            <pc:sldMk cId="3436610254" sldId="2147483036"/>
            <ac:picMk id="12" creationId="{152FCF9F-876D-77FF-E7A3-CEAD5A4470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Eimy Castro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eimyguerrero@periferiaitgroup.com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+57 3216450074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10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7289088-753F-498C-8C49-DBA17122FE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5003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26</cp:revision>
  <dcterms:created xsi:type="dcterms:W3CDTF">2024-01-17T20:43:53Z</dcterms:created>
  <dcterms:modified xsi:type="dcterms:W3CDTF">2026-08-13T14:30:39Z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