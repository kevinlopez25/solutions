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85BAC4-1CB1-42EA-DDE4-9B3FE8C622AC}" v="2" dt="2026-06-18T15:50:40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Garcia Figueroa" userId="S::gabrielagarcia@periferia-it.com::c78d0d57-03fc-4362-963d-278cfd0182c2" providerId="AD" clId="Web-{FE85BAC4-1CB1-42EA-DDE4-9B3FE8C622AC}"/>
    <pc:docChg chg="addSld modSld">
      <pc:chgData name="Gabriela Garcia Figueroa" userId="S::gabrielagarcia@periferia-it.com::c78d0d57-03fc-4362-963d-278cfd0182c2" providerId="AD" clId="Web-{FE85BAC4-1CB1-42EA-DDE4-9B3FE8C622AC}" dt="2026-06-18T15:50:40.879" v="1"/>
      <pc:docMkLst>
        <pc:docMk/>
      </pc:docMkLst>
      <pc:sldChg chg="delSp add">
        <pc:chgData name="Gabriela Garcia Figueroa" userId="S::gabrielagarcia@periferia-it.com::c78d0d57-03fc-4362-963d-278cfd0182c2" providerId="AD" clId="Web-{FE85BAC4-1CB1-42EA-DDE4-9B3FE8C622AC}" dt="2026-06-18T15:50:40.879" v="1"/>
        <pc:sldMkLst>
          <pc:docMk/>
          <pc:sldMk cId="1996013887" sldId="260"/>
        </pc:sldMkLst>
        <pc:picChg chg="del">
          <ac:chgData name="Gabriela Garcia Figueroa" userId="S::gabrielagarcia@periferia-it.com::c78d0d57-03fc-4362-963d-278cfd0182c2" providerId="AD" clId="Web-{FE85BAC4-1CB1-42EA-DDE4-9B3FE8C622AC}" dt="2026-06-18T15:50:40.879" v="1"/>
          <ac:picMkLst>
            <pc:docMk/>
            <pc:sldMk cId="1996013887" sldId="260"/>
            <ac:picMk id="10" creationId="{908459CA-8063-4897-1140-A3C3E145D3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2DDFF-61F8-4F5F-9BE4-4B763A9A8415}" type="datetimeFigureOut">
              <a:t>18/06/2026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D047D-F167-423B-9CC3-8F24B2A118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1835B-BF78-95D3-0C7A-7F5736FFD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C73E52-ECFD-29A5-131A-A187FBF3C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BCD3C-03AA-AE72-63C2-4333A21A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C2AA2C-5D69-4D9D-6274-B7B13344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F72FA-8FA5-A743-D52A-1111E068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557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89C6F-EB7E-4CAC-E2E8-834EFE50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D0352A-AAA3-3BF2-32C9-AAFDC3C81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CC01A5-1D2C-E974-D1AF-E9B59CD0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3581C-51BF-4909-4AB7-18F082FC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BE46F2-15BA-699B-E0FB-A227727E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703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92246-1688-EAB5-5694-5AAD3B8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96ACF4-3D04-3CB8-4530-5E779B2A9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EACBA1-A308-DC31-F256-A379FEBF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364F5-A8C7-3EE8-054E-25D4CDEF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7DB2B9-28DF-A600-8FFF-70857AE7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10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4ACEF-FF58-1DF4-6AC3-B2D57AE0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620B53-0B93-C3F7-070E-0D5434E22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7B5DC6-0F4E-0FA4-2D03-EDB4A63F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7981EE-11B7-B7D4-2FE6-B0BF7931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748819-5A57-E71A-D795-3C565ED90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A52320-08EA-8B64-74BD-EA3AEB0F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31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80BAB-F4E1-02A7-6493-E87FE087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6362F0-1F78-88DF-47A8-52DFC386C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E977FE-8FF6-6D68-6C0C-57FBF7D29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D82A7B-B392-5B75-CA3D-24AC1C2AA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4FEFAE9-AE08-5ECC-7DAD-8084EEFF9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64EE40-0A3E-FDAA-11B6-83C9D3AA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98B21C-FDD1-2A6E-D5D3-35CA6DCD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455D96-EB2E-BA94-1D53-B94C313A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898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8B4D6-86E0-06F6-C6FA-E9037ADAF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1BAE13-E275-1F23-83DA-342CE8D1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77B574-30E4-6B92-FECD-89023CED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66F45D-5982-3EE7-6986-8CF37520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49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6E60F19-C4FA-4107-744E-AB26CED2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862325-A1CF-AC4A-A744-333586F4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E1144A-3FF3-4B5E-0B81-58931C92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290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E66F3-0779-7B95-5AA2-F9D2F022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871701-09DF-4423-308C-4A8661F3B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ED3CCC-1E24-AF03-BCF4-966ADA13A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0299AD-4504-13F1-8F89-B9123305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B61454-9D36-0E74-16F5-B80350DB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7C3AA8-D786-53E2-4453-FA5A9785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403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25A36-A824-B4DF-051D-9A2B7AB3C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86F405-39D3-AA78-6D12-87C893E8F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FA666D-7D11-BD89-36C6-38D3FD02D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21CB07-141B-D1F3-9A92-E3D4C54F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524AD9-E307-9C9D-51CD-938A871E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A5CCF6-8FAE-5EAC-CAA6-B9883CE3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343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3363E-0435-C6E3-E408-15DDC49D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442448-8AB9-FBDE-CD6B-6A9C6D1CE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0D9006-224A-00FB-C7D9-38DC86B6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2175BD-78E5-B866-E451-45822060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DD0D78-BE6C-87C9-BD22-17AA2793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06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D6EFE-DFB0-B02A-0211-D7E58CC47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8D5854-5A1D-3EAC-984E-272430758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A4AD9B-A8D8-83AD-6917-609FFB2D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4A7E9D-0268-3A2D-A8F0-F8E6FF05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33F978-B4ED-0D03-442E-D5B411D3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662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606B67-424F-A697-3ADF-31FF8C43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C6DCC4-B60D-03BF-B9FE-E889BAEE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AF1073-9858-B039-5084-264F40BC2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D01DA-0B9B-454D-873A-B1F653AF1FA4}" type="datetimeFigureOut">
              <a:rPr lang="es-CO" smtClean="0"/>
              <a:t>18/06/2026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041ACA-1B94-6E67-4414-F1CD24D62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F54A5B-0D74-A698-9CFE-827E87F85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B0AB4-0FF6-4BF3-AD28-EE733C63E72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33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009C165-4E69-E01D-2BDB-FCA4E2321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9925"/>
            <a:ext cx="12192000" cy="551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573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1" y="3172"/>
            <a:ext cx="12180720" cy="69701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414" y="1441281"/>
            <a:ext cx="3361486" cy="2813442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2189475" y="337965"/>
            <a:ext cx="9706423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1698" y="918591"/>
            <a:ext cx="6090361" cy="1038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39747" y="4111078"/>
            <a:ext cx="8920079" cy="1061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31955" y="3019488"/>
            <a:ext cx="7914596" cy="1094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35595" y="1957873"/>
            <a:ext cx="6923476" cy="1061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08711" y="5175692"/>
            <a:ext cx="9853743" cy="1072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954240" y="1227584"/>
            <a:ext cx="1776354" cy="645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</a:t>
            </a:r>
            <a:r>
              <a:rPr lang="es-CO" sz="1798" b="1" noProof="0" dirty="0" err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Technical</a:t>
            </a:r>
            <a:r>
              <a:rPr lang="es-CO" sz="1798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993448" y="2248931"/>
            <a:ext cx="2706826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968337" y="3329322"/>
            <a:ext cx="3087473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968338" y="4420870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968338" y="5282386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</a:t>
            </a:r>
            <a:r>
              <a:rPr lang="es-CO" sz="1798" b="1" noProof="0" dirty="0" err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Experience</a:t>
            </a:r>
            <a:r>
              <a:rPr lang="es-CO" sz="1798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8500881" y="5587378"/>
            <a:ext cx="2876002" cy="599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99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2177469" y="5675621"/>
            <a:ext cx="2833710" cy="261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99" noProof="0" dirty="0">
                <a:solidFill>
                  <a:schemeClr val="bg1"/>
                </a:solidFill>
              </a:rPr>
              <a:t>experenciadecliente</a:t>
            </a:r>
            <a:r>
              <a:rPr lang="es-CO" sz="1099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8740546" y="2739742"/>
            <a:ext cx="2396668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Account Manager</a:t>
            </a:r>
            <a:endParaRPr lang="es-CO" sz="1798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8740549" y="3185606"/>
            <a:ext cx="2396668" cy="338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599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Johanna Ahumada</a:t>
            </a:r>
            <a:endParaRPr lang="es-CO" sz="1599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8296859" y="3481663"/>
            <a:ext cx="3370230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399" noProof="0" dirty="0">
                <a:solidFill>
                  <a:srgbClr val="FFFFFF"/>
                </a:solidFill>
                <a:ea typeface="+mn-lt"/>
                <a:cs typeface="+mn-lt"/>
              </a:rPr>
              <a:t>johannaahumada@periferia-it.com</a:t>
            </a:r>
            <a:endParaRPr lang="es-CO" sz="1798" noProof="0" dirty="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8655960" y="3777723"/>
            <a:ext cx="2565844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399" noProof="0" dirty="0">
                <a:solidFill>
                  <a:srgbClr val="FFFFFF"/>
                </a:solidFill>
                <a:ea typeface="+mn-lt"/>
                <a:cs typeface="+mn-lt"/>
              </a:rPr>
              <a:t>+57 3045608539</a:t>
            </a:r>
            <a:endParaRPr lang="es-CO" sz="1798" noProof="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546426" y="1779182"/>
            <a:ext cx="784911" cy="784911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8435853" y="468918"/>
            <a:ext cx="2960073" cy="931552"/>
          </a:xfrm>
          <a:prstGeom prst="rect">
            <a:avLst/>
          </a:prstGeom>
        </p:spPr>
        <p:txBody>
          <a:bodyPr vert="horz" lIns="68517" tIns="34259" rIns="68517" bIns="34259" rtlCol="0" anchor="ctr">
            <a:no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797" b="1" noProof="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919" y="3175072"/>
            <a:ext cx="784911" cy="78340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919" y="4249320"/>
            <a:ext cx="784911" cy="78491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917" y="5319609"/>
            <a:ext cx="784911" cy="78491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873" y="4549734"/>
            <a:ext cx="2830017" cy="968105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7643885" y="6535922"/>
            <a:ext cx="2565844" cy="307491"/>
          </a:xfrm>
          <a:prstGeom prst="rect">
            <a:avLst/>
          </a:prstGeom>
          <a:noFill/>
        </p:spPr>
        <p:txBody>
          <a:bodyPr rot="0" spcFirstLastPara="0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399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s-CO" sz="1798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66" y="6689669"/>
            <a:ext cx="2147597" cy="41239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679" y="1070289"/>
            <a:ext cx="783401" cy="784911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840" y="2108646"/>
            <a:ext cx="784911" cy="7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Props1.xml><?xml version="1.0" encoding="utf-8"?>
<ds:datastoreItem xmlns:ds="http://schemas.openxmlformats.org/officeDocument/2006/customXml" ds:itemID="{6DA54F8D-EFA2-4AE7-A7FE-5D0F6377F8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F7502E-8F40-4A2F-96E4-D26A310AD9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85B98F-2CE3-4BA2-914D-3A219B085C71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Maria P. Quintero Mantilla</cp:lastModifiedBy>
  <cp:revision>9</cp:revision>
  <dcterms:created xsi:type="dcterms:W3CDTF">2025-01-31T15:54:26Z</dcterms:created>
  <dcterms:modified xsi:type="dcterms:W3CDTF">2026-06-18T15:50:45Z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