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7"/>
  </p:sldMasterIdLst>
  <p:sldIdLst>
    <p:sldId id="256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83965D-DDEF-BEE6-00F5-DA07C05DA503}" v="5" dt="2026-08-19T21:08:29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theme" Target="theme/theme1.xml"/><Relationship Id="rId5" Type="http://schemas.openxmlformats.org/officeDocument/2006/relationships/customXml" Target="../customXml/item5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F083965D-DDEF-BEE6-00F5-DA07C05DA503}"/>
    <pc:docChg chg="modSld">
      <pc:chgData name="" userId="" providerId="" clId="Web-{F083965D-DDEF-BEE6-00F5-DA07C05DA503}" dt="2026-08-19T21:08:13.193" v="1"/>
      <pc:docMkLst>
        <pc:docMk/>
      </pc:docMkLst>
      <pc:sldChg chg="delSp">
        <pc:chgData name="" userId="" providerId="" clId="Web-{F083965D-DDEF-BEE6-00F5-DA07C05DA503}" dt="2026-08-19T21:08:13.193" v="1"/>
        <pc:sldMkLst>
          <pc:docMk/>
          <pc:sldMk cId="2406273178" sldId="256"/>
        </pc:sldMkLst>
        <pc:spChg chg="del">
          <ac:chgData name="" userId="" providerId="" clId="Web-{F083965D-DDEF-BEE6-00F5-DA07C05DA503}" dt="2026-08-19T21:08:13.193" v="1"/>
          <ac:spMkLst>
            <pc:docMk/>
            <pc:sldMk cId="2406273178" sldId="256"/>
            <ac:spMk id="2" creationId="{00000000-0000-0000-0000-000000000000}"/>
          </ac:spMkLst>
        </pc:spChg>
        <pc:spChg chg="del">
          <ac:chgData name="" userId="" providerId="" clId="Web-{F083965D-DDEF-BEE6-00F5-DA07C05DA503}" dt="2026-08-19T21:08:13.193" v="0"/>
          <ac:spMkLst>
            <pc:docMk/>
            <pc:sldMk cId="2406273178" sldId="256"/>
            <ac:spMk id="3" creationId="{00000000-0000-0000-0000-000000000000}"/>
          </ac:spMkLst>
        </pc:spChg>
      </pc:sldChg>
    </pc:docChg>
  </pc:docChgLst>
  <pc:docChgLst>
    <pc:chgData name="Gabriela Garcia Figueroa" userId="S::gabrielagarcia@periferia-it.com::5ade7a56-16ab-4bbf-aa7f-7705f28cf7a1" providerId="AD" clId="Web-{F083965D-DDEF-BEE6-00F5-DA07C05DA503}"/>
    <pc:docChg chg="modSld">
      <pc:chgData name="Gabriela Garcia Figueroa" userId="S::gabrielagarcia@periferia-it.com::5ade7a56-16ab-4bbf-aa7f-7705f28cf7a1" providerId="AD" clId="Web-{F083965D-DDEF-BEE6-00F5-DA07C05DA503}" dt="2026-08-19T21:08:29.959" v="2" actId="14100"/>
      <pc:docMkLst>
        <pc:docMk/>
      </pc:docMkLst>
      <pc:sldChg chg="addSp modSp">
        <pc:chgData name="Gabriela Garcia Figueroa" userId="S::gabrielagarcia@periferia-it.com::5ade7a56-16ab-4bbf-aa7f-7705f28cf7a1" providerId="AD" clId="Web-{F083965D-DDEF-BEE6-00F5-DA07C05DA503}" dt="2026-08-19T21:08:29.959" v="2" actId="14100"/>
        <pc:sldMkLst>
          <pc:docMk/>
          <pc:sldMk cId="2406273178" sldId="256"/>
        </pc:sldMkLst>
        <pc:picChg chg="add mod">
          <ac:chgData name="Gabriela Garcia Figueroa" userId="S::gabrielagarcia@periferia-it.com::5ade7a56-16ab-4bbf-aa7f-7705f28cf7a1" providerId="AD" clId="Web-{F083965D-DDEF-BEE6-00F5-DA07C05DA503}" dt="2026-08-19T21:08:29.959" v="2" actId="14100"/>
          <ac:picMkLst>
            <pc:docMk/>
            <pc:sldMk cId="2406273178" sldId="256"/>
            <ac:picMk id="4" creationId="{D23AE890-F879-1193-1473-66BAFFD8F1C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19/08/2026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atianaCoca-PPT.jpg">
            <a:extLst>
              <a:ext uri="{FF2B5EF4-FFF2-40B4-BE49-F238E27FC236}">
                <a16:creationId xmlns:a16="http://schemas.microsoft.com/office/drawing/2014/main" id="{D23AE890-F879-1193-1473-66BAFFD8F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88" y="-1347"/>
            <a:ext cx="12206377" cy="686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Props1.xml><?xml version="1.0" encoding="utf-8"?>
<ds:datastoreItem xmlns:ds="http://schemas.openxmlformats.org/officeDocument/2006/customXml" ds:itemID="{A4B68FCA-456B-484E-8F28-972D810DD680}">
  <ds:schemaRefs>
    <ds:schemaRef ds:uri="http://schemas.microsoft.com/office/2006/metadata/properties"/>
    <ds:schemaRef ds:uri="http://schemas.microsoft.com/office/infopath/2007/PartnerControls"/>
    <ds:schemaRef ds:uri="4948dcbb-4498-453a-bb2a-2f6e93dc52f8"/>
    <ds:schemaRef ds:uri="42031908-afc3-4861-95d9-cc85d1091e34"/>
  </ds:schemaRefs>
</ds:datastoreItem>
</file>

<file path=customXml/itemProps2.xml><?xml version="1.0" encoding="utf-8"?>
<ds:datastoreItem xmlns:ds="http://schemas.openxmlformats.org/officeDocument/2006/customXml" ds:itemID="{7BD60A52-442C-469F-A785-CA63A35D34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3EB29E-12E4-4C3F-AF3B-9E2252AD46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057F4AA-7C8B-47A4-B4FD-61C2EBEEE790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B7C9A110-A5DC-41B5-B4ED-DE29D3DDDF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14CBA74D-196E-46C4-BB13-60DA32E59D8F}">
  <ds:schemaRefs>
    <ds:schemaRef ds:uri="http://schemas.microsoft.com/office/2006/metadata/properties"/>
    <ds:schemaRef ds:uri="http://schemas.microsoft.com/office/infopath/2007/PartnerControls"/>
    <ds:schemaRef ds:uri="4948dcbb-4498-453a-bb2a-2f6e93dc52f8"/>
    <ds:schemaRef ds:uri="42031908-afc3-4861-95d9-cc85d1091e3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2026-08-19T21:07:54Z</dcterms:created>
  <dcterms:modified xsi:type="dcterms:W3CDTF">2026-08-19T21:08:37Z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