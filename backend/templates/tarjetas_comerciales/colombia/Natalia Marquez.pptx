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67" r:id="rId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329085-2B24-424C-2417-98B3B8D1CDD8}" v="2" dt="2026-02-09T14:01:31.1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51"/>
    <p:restoredTop sz="94658"/>
  </p:normalViewPr>
  <p:slideViewPr>
    <p:cSldViewPr snapToGrid="0">
      <p:cViewPr varScale="1">
        <p:scale>
          <a:sx n="78" d="100"/>
          <a:sy n="78" d="100"/>
        </p:scale>
        <p:origin x="7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D. Garcia Gamez" userId="S::juangamez@cbit-online.com::d21b755f-8c67-42a2-834c-79323c6f2725" providerId="AD" clId="Web-{16329085-2B24-424C-2417-98B3B8D1CDD8}"/>
    <pc:docChg chg="modSld">
      <pc:chgData name="Juan D. Garcia Gamez" userId="S::juangamez@cbit-online.com::d21b755f-8c67-42a2-834c-79323c6f2725" providerId="AD" clId="Web-{16329085-2B24-424C-2417-98B3B8D1CDD8}" dt="2026-02-09T14:01:31.163" v="1" actId="1076"/>
      <pc:docMkLst>
        <pc:docMk/>
      </pc:docMkLst>
      <pc:sldChg chg="modSp">
        <pc:chgData name="Juan D. Garcia Gamez" userId="S::juangamez@cbit-online.com::d21b755f-8c67-42a2-834c-79323c6f2725" providerId="AD" clId="Web-{16329085-2B24-424C-2417-98B3B8D1CDD8}" dt="2026-02-09T14:01:31.163" v="1" actId="1076"/>
        <pc:sldMkLst>
          <pc:docMk/>
          <pc:sldMk cId="2270622593" sldId="267"/>
        </pc:sldMkLst>
        <pc:picChg chg="mod">
          <ac:chgData name="Juan D. Garcia Gamez" userId="S::juangamez@cbit-online.com::d21b755f-8c67-42a2-834c-79323c6f2725" providerId="AD" clId="Web-{16329085-2B24-424C-2417-98B3B8D1CDD8}" dt="2026-02-09T14:01:31.163" v="1" actId="1076"/>
          <ac:picMkLst>
            <pc:docMk/>
            <pc:sldMk cId="2270622593" sldId="267"/>
            <ac:picMk id="5" creationId="{866EA882-32C8-243D-FF47-78E3FD65EBD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9/02/2026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9/02/2026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9/02/2026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9/02/2026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9/02/2026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9/02/2026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9/02/2026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9/02/2026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9/02/2026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9/02/2026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9/02/2026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9/02/2026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9/02/2026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52789"/>
            <a:ext cx="9253168" cy="519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  <ds:schemaRef ds:uri="42031908-afc3-4861-95d9-cc85d1091e34"/>
    <ds:schemaRef ds:uri="4948dcbb-4498-453a-bb2a-2f6e93dc52f8"/>
  </ds:schemaRefs>
</ds:datastoreItem>
</file>

<file path=customXml/itemProps2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18702E-1BB9-436B-9740-9E6CF8907480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4995</TotalTime>
  <Words>0</Words>
  <Application>Microsoft Office PowerPoint</Application>
  <PresentationFormat>Personalizado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Natalia Marquez Henao</cp:lastModifiedBy>
  <cp:revision>23</cp:revision>
  <dcterms:created xsi:type="dcterms:W3CDTF">2024-01-17T20:43:53Z</dcterms:created>
  <dcterms:modified xsi:type="dcterms:W3CDTF">2026-02-09T14:01:39Z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