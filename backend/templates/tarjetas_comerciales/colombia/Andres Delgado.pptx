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63"/>
    <p:restoredTop sz="94658"/>
  </p:normalViewPr>
  <p:slideViewPr>
    <p:cSldViewPr snapToGrid="0">
      <p:cViewPr varScale="1">
        <p:scale>
          <a:sx n="150" d="100"/>
          <a:sy n="150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1A3D9FF-C890-4FAE-94F6-DCD0E8815CFC}"/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4989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21</cp:revision>
  <dcterms:created xsi:type="dcterms:W3CDTF">2024-01-17T20:43:53Z</dcterms:created>
  <dcterms:modified xsi:type="dcterms:W3CDTF">2025-09-19T19:58:11Z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