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5C871-70EA-1602-A9F7-D603F5525C40}" v="2" dt="2026-08-13T14:31:21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63"/>
    <p:restoredTop sz="94658"/>
  </p:normalViewPr>
  <p:slideViewPr>
    <p:cSldViewPr snapToGrid="0">
      <p:cViewPr varScale="1">
        <p:scale>
          <a:sx n="108" d="100"/>
          <a:sy n="108" d="100"/>
        </p:scale>
        <p:origin x="16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ACD5C871-70EA-1602-A9F7-D603F5525C40}"/>
    <pc:docChg chg="addSld modSld">
      <pc:chgData name="Heidy D. Romero Aguiar" userId="S::heidyromero@cbit-online.com::e5c2d023-8841-45cd-a450-44328d5b70f1" providerId="AD" clId="Web-{ACD5C871-70EA-1602-A9F7-D603F5525C40}" dt="2026-08-13T14:31:21.438" v="1"/>
      <pc:docMkLst>
        <pc:docMk/>
      </pc:docMkLst>
      <pc:sldChg chg="delSp add">
        <pc:chgData name="Heidy D. Romero Aguiar" userId="S::heidyromero@cbit-online.com::e5c2d023-8841-45cd-a450-44328d5b70f1" providerId="AD" clId="Web-{ACD5C871-70EA-1602-A9F7-D603F5525C40}" dt="2026-08-13T14:31:21.438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ACD5C871-70EA-1602-A9F7-D603F5525C40}" dt="2026-08-13T14:31:21.438" v="1"/>
          <ac:picMkLst>
            <pc:docMk/>
            <pc:sldMk cId="1996013887" sldId="260"/>
            <ac:picMk id="10" creationId="{87B738C5-40EC-FBB1-624C-9F31CCDB58E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err="1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Diego Salazar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diegosalazar@periferiaitgroup.com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+57 3155564539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327DA3-507C-4585-B461-CA632FFC125D}"/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4999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25</cp:revision>
  <dcterms:created xsi:type="dcterms:W3CDTF">2024-01-17T20:43:53Z</dcterms:created>
  <dcterms:modified xsi:type="dcterms:W3CDTF">2026-08-13T14:31:23Z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