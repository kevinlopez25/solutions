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"/>
  </p:notesMasterIdLst>
  <p:sldIdLst>
    <p:sldId id="267" r:id="rId5"/>
    <p:sldId id="268" r:id="rId6"/>
    <p:sldId id="269" r:id="rId7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75"/>
    <p:restoredTop sz="94658"/>
  </p:normalViewPr>
  <p:slideViewPr>
    <p:cSldViewPr snapToGrid="0">
      <p:cViewPr varScale="1">
        <p:scale>
          <a:sx n="78" d="100"/>
          <a:sy n="78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2/04/2025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7" cy="519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3B371-F2A8-935B-AC43-FD5D6D9A4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B3C4FF4-C895-924E-FEDD-5A0BBF6756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7" cy="519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223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C799-2F4F-4C0B-5045-87D6FA3B3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EA30820-AF3F-D889-295A-2399D66456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7" cy="519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6261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0cd4bbda18b18ac5177d16127a1a2b37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336f27b0b3dfed44956b7410a1f91a35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D77F1A-0721-44EC-A51B-492AB3F250F7}"/>
</file>

<file path=customXml/itemProps3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5000</TotalTime>
  <Words>0</Words>
  <Application>Microsoft Office PowerPoint</Application>
  <PresentationFormat>Personalizado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Jose Bermudez Gamez</cp:lastModifiedBy>
  <cp:revision>21</cp:revision>
  <dcterms:created xsi:type="dcterms:W3CDTF">2024-01-17T20:43:53Z</dcterms:created>
  <dcterms:modified xsi:type="dcterms:W3CDTF">2025-04-02T19:20:10Z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