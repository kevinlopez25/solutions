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8CA32-BF53-D788-1794-64E88DFFD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27F035-897E-FCF2-017F-FA18A9292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EAD3FB-9652-CD2D-904B-2017BAB4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C7EB2-8B15-30D2-469A-BB910A98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C12F99-11C6-9051-FD34-B4745466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410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E826F-05F5-636D-4244-980DB1F9F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F587CF-581D-5227-0C53-725474B8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9D9A6A-173D-265A-9364-4505D437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59316B-47DE-44E4-C1DE-C52C9A80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55F81A-1B45-C309-A3BB-2A2B280F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2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CCC1E-1B8D-40FE-9B0E-EA985D1D6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4AB67A-9B65-6D35-066B-B4BA8398E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142F9C-B1F3-76A4-0C36-750800B9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D97E0B-3033-E9BF-4E1E-95DFB275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76336B-DC6B-D97A-076E-278E72A8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813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F37D5-8EE7-5A0E-823E-0A443AA4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1B1ED1-298A-327C-D183-A0FEC8344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E8DDC0-8B08-276A-5BFE-51E8557B7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7977B2-79C4-107A-0C9C-C41AE9D3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134875-64CF-DB9A-F9A7-019511E2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4B232C-863E-A5B8-F906-0C9138B3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104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6AC70-96F6-6E10-BE75-631F8D8E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B338B6-C068-6381-D5B2-327AB85BA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D85C2F-DF4D-0025-4225-E1BEECCC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5FEB85-7169-7012-9D79-01FC2A085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2DE46BF-131C-2863-9F6C-96E9CA66C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70C0DB-05A6-F3B3-9E37-891BB867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BACC0F-B88D-9D4D-6F68-503D98CF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1DEC0C-CF88-31B9-5C41-E6986CBB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199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0F21B-3A31-9FCD-0C07-0AA1BA03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264C417-1145-948E-FDD7-AB09AAAE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B63D09-2B0F-CBB4-B0B2-1A39F197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1644E9-3D86-76EB-A8E2-05E45E63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743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5B3014-58EC-AE51-D311-D77F4EBD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EA1FE5-CF61-45B3-D744-2C6965AF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04D820-668C-C4E7-4E05-14C92EBE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186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E930A-C249-CABB-8B09-555B986D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3B5D2B-2020-EBE2-802F-CAC28A0E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8930DA-CC52-8FBB-1FF8-B22ACCE1D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C1B1C1-9273-8BA0-D0C4-4D119FBE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14EC93-048C-C568-92BF-89950F02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4A58CE-B0F5-2212-E281-742B1A96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815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73DE7-0DBA-52EA-0596-B591C547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6A452A-E511-91C4-C0C6-C338FBBB6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796911-73B1-ACB9-1A30-BA2695F3F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7A5479-6B68-FB4C-9E66-E4CA41D6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26153E-D377-75A3-7664-C8CADF05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FA4E00-F2D0-38BB-C87A-7E82D82E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4271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752FE-D3E3-7961-DB12-84E75F2B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53DB06-D383-D548-5120-C91A442D0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2309D3-1ECA-17EE-65BA-9C410BB8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9BF9ED-C4B9-34D2-3447-4BCF49D4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39A637-26B4-674C-3CF0-A8BF06313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539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4589EE-7A48-7F4A-5572-6B1AD1138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958B85-8748-FD39-B96A-509327A08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3FFC66-42C4-8375-5966-4ED6ABE7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9526F7-3B1A-B95F-7A36-765773D1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11AC1B-DF04-9738-9629-F288B40E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53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8ACFAC-7547-5FFE-66EF-AD09E0BA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A2CD43-85F2-ACED-DAD2-A0B450CFF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50957-7DD4-9BFC-51F1-43218443D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C8444-7836-459A-9314-36644606178C}" type="datetimeFigureOut">
              <a:rPr lang="es-CO" smtClean="0"/>
              <a:t>31/07/2026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0E4890-97AB-93C8-A712-42BAB38CB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C29CC1-A5C7-2EC7-141B-1DDDD2F61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B8CB3-AC3B-4432-822F-DA101FA707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426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3FC216-61FB-68D1-A8A1-FF6AFC3F5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8" y="898144"/>
            <a:ext cx="9949543" cy="450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98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Props1.xml><?xml version="1.0" encoding="utf-8"?>
<ds:datastoreItem xmlns:ds="http://schemas.openxmlformats.org/officeDocument/2006/customXml" ds:itemID="{E72932D1-C8FD-427E-A42D-135596700F27}"/>
</file>

<file path=customXml/itemProps2.xml><?xml version="1.0" encoding="utf-8"?>
<ds:datastoreItem xmlns:ds="http://schemas.openxmlformats.org/officeDocument/2006/customXml" ds:itemID="{9DA16BDE-BC55-4150-AB8D-9FE1EC7FE46D}"/>
</file>

<file path=customXml/itemProps3.xml><?xml version="1.0" encoding="utf-8"?>
<ds:datastoreItem xmlns:ds="http://schemas.openxmlformats.org/officeDocument/2006/customXml" ds:itemID="{5E1CD05E-DEC9-4475-BF96-E3D6D638E01B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Gina A. Aranzazu Buitrago</dc:creator>
  <cp:lastModifiedBy>Gina A. Aranzazu Buitrago</cp:lastModifiedBy>
  <cp:revision>1</cp:revision>
  <dcterms:created xsi:type="dcterms:W3CDTF">2026-07-31T14:59:37Z</dcterms:created>
  <dcterms:modified xsi:type="dcterms:W3CDTF">2026-07-31T15:01:50Z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</Properties>
</file>