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8" r:id="rId5"/>
    <p:sldId id="2147483033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F28A4-917A-ECF9-0341-0A27F90BDA38}" v="2" dt="2026-08-13T14:26:54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35"/>
    <p:restoredTop sz="94658"/>
  </p:normalViewPr>
  <p:slideViewPr>
    <p:cSldViewPr snapToGrid="0">
      <p:cViewPr varScale="1">
        <p:scale>
          <a:sx n="99" d="100"/>
          <a:sy n="99" d="100"/>
        </p:scale>
        <p:origin x="15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. Quintero Mantilla" userId="S::mariaquintero@periferia-it.com::6d12f434-6f11-4982-a406-c44d84c68cdf" providerId="AD" clId="Web-{E62EA2A8-8A82-C2D6-6688-CED6774C068E}"/>
    <pc:docChg chg="addSld delSld modSld">
      <pc:chgData name="Maria P. Quintero Mantilla" userId="S::mariaquintero@periferia-it.com::6d12f434-6f11-4982-a406-c44d84c68cdf" providerId="AD" clId="Web-{E62EA2A8-8A82-C2D6-6688-CED6774C068E}" dt="2026-07-15T16:40:48.460" v="3"/>
      <pc:docMkLst>
        <pc:docMk/>
      </pc:docMkLst>
      <pc:sldChg chg="addSp delSp modSp add replId">
        <pc:chgData name="Maria P. Quintero Mantilla" userId="S::mariaquintero@periferia-it.com::6d12f434-6f11-4982-a406-c44d84c68cdf" providerId="AD" clId="Web-{E62EA2A8-8A82-C2D6-6688-CED6774C068E}" dt="2026-07-15T16:40:36.179" v="2"/>
        <pc:sldMkLst>
          <pc:docMk/>
          <pc:sldMk cId="1904653164" sldId="268"/>
        </pc:sldMkLst>
        <pc:picChg chg="add mod">
          <ac:chgData name="Maria P. Quintero Mantilla" userId="S::mariaquintero@periferia-it.com::6d12f434-6f11-4982-a406-c44d84c68cdf" providerId="AD" clId="Web-{E62EA2A8-8A82-C2D6-6688-CED6774C068E}" dt="2026-07-15T16:40:36.179" v="2"/>
          <ac:picMkLst>
            <pc:docMk/>
            <pc:sldMk cId="1904653164" sldId="268"/>
            <ac:picMk id="2" creationId="{1C5736C7-C8B8-25E7-8B12-3E2E271061C3}"/>
          </ac:picMkLst>
        </pc:picChg>
      </pc:sldChg>
    </pc:docChg>
  </pc:docChgLst>
  <pc:docChgLst>
    <pc:chgData name="Heidy D. Romero Aguiar" userId="S::heidyromero@cbit-online.com::e5c2d023-8841-45cd-a450-44328d5b70f1" providerId="AD" clId="Web-{862F28A4-917A-ECF9-0341-0A27F90BDA38}"/>
    <pc:docChg chg="addSld modSld">
      <pc:chgData name="Heidy D. Romero Aguiar" userId="S::heidyromero@cbit-online.com::e5c2d023-8841-45cd-a450-44328d5b70f1" providerId="AD" clId="Web-{862F28A4-917A-ECF9-0341-0A27F90BDA38}" dt="2026-08-13T14:26:54.495" v="1"/>
      <pc:docMkLst>
        <pc:docMk/>
      </pc:docMkLst>
      <pc:sldChg chg="delSp add">
        <pc:chgData name="Heidy D. Romero Aguiar" userId="S::heidyromero@cbit-online.com::e5c2d023-8841-45cd-a450-44328d5b70f1" providerId="AD" clId="Web-{862F28A4-917A-ECF9-0341-0A27F90BDA38}" dt="2026-08-13T14:26:54.495" v="1"/>
        <pc:sldMkLst>
          <pc:docMk/>
          <pc:sldMk cId="220239263" sldId="2147483033"/>
        </pc:sldMkLst>
        <pc:picChg chg="del">
          <ac:chgData name="Heidy D. Romero Aguiar" userId="S::heidyromero@cbit-online.com::e5c2d023-8841-45cd-a450-44328d5b70f1" providerId="AD" clId="Web-{862F28A4-917A-ECF9-0341-0A27F90BDA38}" dt="2026-08-13T14:26:54.495" v="1"/>
          <ac:picMkLst>
            <pc:docMk/>
            <pc:sldMk cId="220239263" sldId="2147483033"/>
            <ac:picMk id="12" creationId="{BD83C05E-A788-8EEB-F579-68280BBA4A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AB76-94A4-92F9-0782-9294469C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C5736C7-C8B8-25E7-8B12-3E2E2710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5" y="2381"/>
            <a:ext cx="91464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5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+mn-lt"/>
                <a:cs typeface="+mn-lt"/>
              </a:rPr>
              <a:t>Juan Camilo Castro V.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juan.castro@periferiaitgroup.com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+57 3185231172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9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95AA68-74EF-417E-969C-426D58BDAD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4993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29</cp:revision>
  <dcterms:created xsi:type="dcterms:W3CDTF">2024-01-17T20:43:53Z</dcterms:created>
  <dcterms:modified xsi:type="dcterms:W3CDTF">2026-08-13T14:26:56Z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