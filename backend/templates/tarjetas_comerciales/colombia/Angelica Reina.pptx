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46455-5E39-0370-3D93-6F2DC6EB0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E9B267-53CA-20C8-6666-5830B878B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727577-7253-9A2A-1F8D-7C3D36D3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730A0-2F8F-7986-B94D-AF789362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8F06CA-ECFF-8A6A-887A-CCF0CE9E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790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C16A2-388D-EE96-8F6D-644D0972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6506C4-300B-B733-12A7-96716D9BE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165C0-C59B-EAF0-02D4-969F084F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433C6-F90F-51A1-37EA-BDA02297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717CA9-DA48-4974-C644-03A42B18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29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6988D-AE68-619E-FB52-3B9AECE1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495CD8-80B9-A638-56CA-1DBA15847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DBE7A-0EAF-31FA-40E7-462EF12D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FD23CB-B514-E824-38BA-8E4FD54D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2E4262-7575-036F-E58F-05E53370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175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FFF32-FEDE-64FC-E2B4-EE9D9979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CC7679-51AB-432C-AE47-AED86533E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0B83DF-E8D1-9A22-4866-59AFBCC30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A377B5-64F6-E19C-0431-B61BE4B9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5082D2-9BC4-B7A0-56D9-D92ED05D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989313-4520-50DC-0D8A-0892E73B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872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C9177-93A4-604E-E07B-6B558A2E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530688-FBDB-D4E6-EA68-5D3C45DD3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B507C2-984C-96B6-6C9E-CE5EB86B5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7E9101-E628-909E-7921-C2BEAD137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9DA67F-B5D7-61AF-575D-16787D48B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5A558E-937C-7D3E-717B-3565C319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60CACA-8937-E03D-91C7-63AB5FAE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C2A7D6-1B3F-AE6E-4C4B-699E18DE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731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90BCD-B2C3-9CD8-F1C3-4A2FC918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4875DD-5C85-9094-2F6F-BFE6756E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D9D8DE-6920-4F77-7A43-15358487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857CDC-EA36-6C2A-18B8-FC962F48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40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224D4E-AD1B-4DC5-0421-8EC1B66E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B3675F-2CAE-B5BF-071E-A9342FA5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31C6C3-5F84-6924-39D8-8F3D45F6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555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68033-E2DF-3602-DFC6-D73D4CF2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A11CA8-A59D-5C4C-DA82-1E1E977B6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E555E5-4AE6-08C2-0E7C-724712B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1331B-3D6C-AF9B-AD4E-781EDC8E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8ACBE5-DCDC-0B1A-D6AB-EEB2BCB8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6A27C1-4A3A-8954-EAE7-232EADDA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431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13DB6-9797-29FE-6976-50FC153D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43FB25-386F-6E61-F595-A3E4D75A4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9893BD-79A4-36F3-7F93-321CE1083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DAF1BB-69B7-1FBF-3524-2495DE60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CD851F-E7CF-C560-5646-59A388C1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E4B99B-7AA9-3194-8EE0-6E89E179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302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83F8B-FC4F-E009-DC86-6C696E1A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DFCCF7-10EC-C0BD-47A9-976CE9B6A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2F4D3-2425-4354-8D5B-35FE04C2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BE53C4-7C8C-4553-43B7-ABAFEEBB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7639C-7DDE-AA48-5FFE-9AC4EB77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896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131C40-FE62-4DC4-847F-C6C131A66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504BBB-2CED-E946-7A4E-9521F1358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9A240-5A5D-4160-798A-536574C7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92CBF3-CB67-28F4-69A6-E73D8EFD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61305A-D105-8D97-FD2B-469137CD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491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AB643B-3064-3F33-0DA9-86B98490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FF42BA-E495-D4D8-EA92-72CCD3AD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2F5F69-3494-B88A-0D26-AD1CE8E40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7766D-039B-4ED9-9EAD-C773A6A3BBD8}" type="datetimeFigureOut">
              <a:rPr lang="es-CO" smtClean="0"/>
              <a:t>31/01/2025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E1FA1-A44B-8D17-88AA-8EBAE9C96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B7EDD-14E9-4E70-21B5-B5B8B7CBD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6A7E3-A88B-4421-B1FD-BD8EE1154B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6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E6A091-6958-200A-DC9C-50863117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90" y="952372"/>
            <a:ext cx="9150820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74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35C839CD-141E-450A-99BD-A1966C87BBC5}"/>
</file>

<file path=customXml/itemProps2.xml><?xml version="1.0" encoding="utf-8"?>
<ds:datastoreItem xmlns:ds="http://schemas.openxmlformats.org/officeDocument/2006/customXml" ds:itemID="{F1544984-376A-484D-8403-EBF2A48E8F1D}"/>
</file>

<file path=customXml/itemProps3.xml><?xml version="1.0" encoding="utf-8"?>
<ds:datastoreItem xmlns:ds="http://schemas.openxmlformats.org/officeDocument/2006/customXml" ds:itemID="{38597948-B2D0-4386-8364-C233A4CB1E1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1</cp:revision>
  <dcterms:created xsi:type="dcterms:W3CDTF">2025-01-31T16:09:47Z</dcterms:created>
  <dcterms:modified xsi:type="dcterms:W3CDTF">2025-01-31T16:10:37Z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</Properties>
</file>