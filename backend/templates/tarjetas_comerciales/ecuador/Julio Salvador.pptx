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"/>
  </p:notesMasterIdLst>
  <p:sldIdLst>
    <p:sldId id="267" r:id="rId5"/>
    <p:sldId id="260" r:id="rId6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BAF656-EAB0-6199-D3BD-E50331078BC6}" v="2" dt="2026-08-13T14:24:50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46"/>
    <p:restoredTop sz="94658"/>
  </p:normalViewPr>
  <p:slideViewPr>
    <p:cSldViewPr snapToGrid="0">
      <p:cViewPr varScale="1">
        <p:scale>
          <a:sx n="145" d="100"/>
          <a:sy n="145" d="100"/>
        </p:scale>
        <p:origin x="16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dy D. Romero Aguiar" userId="S::heidyromero@cbit-online.com::e5c2d023-8841-45cd-a450-44328d5b70f1" providerId="AD" clId="Web-{49BAF656-EAB0-6199-D3BD-E50331078BC6}"/>
    <pc:docChg chg="addSld modSld">
      <pc:chgData name="Heidy D. Romero Aguiar" userId="S::heidyromero@cbit-online.com::e5c2d023-8841-45cd-a450-44328d5b70f1" providerId="AD" clId="Web-{49BAF656-EAB0-6199-D3BD-E50331078BC6}" dt="2026-08-13T14:24:50.034" v="1"/>
      <pc:docMkLst>
        <pc:docMk/>
      </pc:docMkLst>
      <pc:sldChg chg="delSp add">
        <pc:chgData name="Heidy D. Romero Aguiar" userId="S::heidyromero@cbit-online.com::e5c2d023-8841-45cd-a450-44328d5b70f1" providerId="AD" clId="Web-{49BAF656-EAB0-6199-D3BD-E50331078BC6}" dt="2026-08-13T14:24:50.034" v="1"/>
        <pc:sldMkLst>
          <pc:docMk/>
          <pc:sldMk cId="1996013887" sldId="260"/>
        </pc:sldMkLst>
        <pc:picChg chg="del">
          <ac:chgData name="Heidy D. Romero Aguiar" userId="S::heidyromero@cbit-online.com::e5c2d023-8841-45cd-a450-44328d5b70f1" providerId="AD" clId="Web-{49BAF656-EAB0-6199-D3BD-E50331078BC6}" dt="2026-08-13T14:24:50.034" v="1"/>
          <ac:picMkLst>
            <pc:docMk/>
            <pc:sldMk cId="1996013887" sldId="260"/>
            <ac:picMk id="27" creationId="{F795FBCD-1B96-D89E-6BE7-E747EB6D8FF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6EA882-32C8-243D-FF47-78E3FD65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4" y="-52789"/>
            <a:ext cx="9239457" cy="519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238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869" y="689580"/>
            <a:ext cx="4572000" cy="77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60391" y="3086163"/>
            <a:ext cx="6696254" cy="79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79194" y="2266713"/>
            <a:ext cx="5941443" cy="82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580" y="1469764"/>
            <a:ext cx="5197415" cy="796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812439" y="3885363"/>
            <a:ext cx="7397150" cy="805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462803" y="921540"/>
            <a:ext cx="13334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492237" y="1688259"/>
            <a:ext cx="20319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473386" y="2499303"/>
            <a:ext cx="23177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473387" y="3318722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3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473387" y="3965457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825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1630381" y="4260657"/>
            <a:ext cx="2127250" cy="196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825" err="1">
                <a:solidFill>
                  <a:schemeClr val="bg1"/>
                </a:solidFill>
              </a:rPr>
              <a:t>experenciadecliente</a:t>
            </a:r>
            <a:r>
              <a:rPr lang="en-U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6557246" y="2056708"/>
            <a:ext cx="17991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  <a:ea typeface="Calibri"/>
                <a:cs typeface="Calibri"/>
              </a:rPr>
              <a:t>Key Account Manager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6557248" y="2391416"/>
            <a:ext cx="1799165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Julio Cesar Salvador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juliosalvador@periferiaitgroup.com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6493747" y="2835915"/>
            <a:ext cx="192616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(+593)  983058506</a:t>
            </a:r>
          </a:p>
        </p:txBody>
      </p:sp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100" b="1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100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364" y="2383508"/>
            <a:ext cx="589228" cy="5880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4" y="3189941"/>
            <a:ext cx="589228" cy="5892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63" y="3993401"/>
            <a:ext cx="589228" cy="5892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35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3430" y="803460"/>
            <a:ext cx="588095" cy="589228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025" y="1582948"/>
            <a:ext cx="589228" cy="588095"/>
          </a:xfrm>
          <a:prstGeom prst="rect">
            <a:avLst/>
          </a:prstGeom>
        </p:spPr>
      </p:pic>
      <p:pic>
        <p:nvPicPr>
          <p:cNvPr id="10" name="Picture 5">
            <a:extLst>
              <a:ext uri="{FF2B5EF4-FFF2-40B4-BE49-F238E27FC236}">
                <a16:creationId xmlns:a16="http://schemas.microsoft.com/office/drawing/2014/main" id="{E77BA587-4024-D898-A55B-91F3553A8D88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43074" y="1348535"/>
            <a:ext cx="588095" cy="58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138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77B522-F3E7-4FC0-B7F5-00C6B9FC73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purl.org/dc/dcmitype/"/>
    <ds:schemaRef ds:uri="http://purl.org/dc/elements/1.1/"/>
    <ds:schemaRef ds:uri="ebbf6276-346d-47e8-aa4b-bdd022f42014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69a3ee8-acd2-4e88-aa54-11c88a6c45aa"/>
    <ds:schemaRef ds:uri="http://schemas.microsoft.com/office/2006/metadata/properties"/>
    <ds:schemaRef ds:uri="http://www.w3.org/XML/1998/namespace"/>
    <ds:schemaRef ds:uri="42031908-afc3-4861-95d9-cc85d1091e34"/>
    <ds:schemaRef ds:uri="4948dcbb-4498-453a-bb2a-2f6e93dc52f8"/>
  </ds:schemaRefs>
</ds:datastoreItem>
</file>

<file path=customXml/itemProps3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4988</TotalTime>
  <Words>0</Words>
  <Application>Microsoft Office PowerPoint</Application>
  <PresentationFormat>Custom</PresentationFormat>
  <Paragraphs>0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Alex D. Camargo Silva</cp:lastModifiedBy>
  <cp:revision>25</cp:revision>
  <dcterms:created xsi:type="dcterms:W3CDTF">2024-01-17T20:43:53Z</dcterms:created>
  <dcterms:modified xsi:type="dcterms:W3CDTF">2026-08-13T14:24:53Z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