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256" r:id="rId5"/>
    <p:sldId id="2147483033" r:id="rId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A15328-B1FC-BFD0-0425-968D00C6F45E}" v="2" dt="2026-08-13T14:22:58.0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idy D. Romero Aguiar" userId="S::heidyromero@cbit-online.com::e5c2d023-8841-45cd-a450-44328d5b70f1" providerId="AD" clId="Web-{4AA15328-B1FC-BFD0-0425-968D00C6F45E}"/>
    <pc:docChg chg="addSld modSld">
      <pc:chgData name="Heidy D. Romero Aguiar" userId="S::heidyromero@cbit-online.com::e5c2d023-8841-45cd-a450-44328d5b70f1" providerId="AD" clId="Web-{4AA15328-B1FC-BFD0-0425-968D00C6F45E}" dt="2026-08-13T14:22:58.042" v="1"/>
      <pc:docMkLst>
        <pc:docMk/>
      </pc:docMkLst>
      <pc:sldChg chg="delSp add">
        <pc:chgData name="Heidy D. Romero Aguiar" userId="S::heidyromero@cbit-online.com::e5c2d023-8841-45cd-a450-44328d5b70f1" providerId="AD" clId="Web-{4AA15328-B1FC-BFD0-0425-968D00C6F45E}" dt="2026-08-13T14:22:58.042" v="1"/>
        <pc:sldMkLst>
          <pc:docMk/>
          <pc:sldMk cId="1996013887" sldId="2147483033"/>
        </pc:sldMkLst>
        <pc:picChg chg="del">
          <ac:chgData name="Heidy D. Romero Aguiar" userId="S::heidyromero@cbit-online.com::e5c2d023-8841-45cd-a450-44328d5b70f1" providerId="AD" clId="Web-{4AA15328-B1FC-BFD0-0425-968D00C6F45E}" dt="2026-08-13T14:22:58.042" v="1"/>
          <ac:picMkLst>
            <pc:docMk/>
            <pc:sldMk cId="1996013887" sldId="2147483033"/>
            <ac:picMk id="19" creationId="{C52C61CA-C3CF-628A-202F-8DDAD28F2ADE}"/>
          </ac:picMkLst>
        </pc:picChg>
      </pc:sldChg>
    </pc:docChg>
  </pc:docChgLst>
  <pc:docChgLst>
    <pc:chgData name="Kevin A. Lopez Hernandez" userId="S::kevinlopez@cbit-online.com::372cedc8-4e82-4243-85e1-3d79fc4681e5" providerId="AD" clId="Web-{6CF7AFD2-228C-A11C-C2AF-98D8F82AE65A}"/>
    <pc:docChg chg="modSld">
      <pc:chgData name="Kevin A. Lopez Hernandez" userId="S::kevinlopez@cbit-online.com::372cedc8-4e82-4243-85e1-3d79fc4681e5" providerId="AD" clId="Web-{6CF7AFD2-228C-A11C-C2AF-98D8F82AE65A}" dt="2026-07-31T20:22:53.706" v="0" actId="14100"/>
      <pc:docMkLst>
        <pc:docMk/>
      </pc:docMkLst>
      <pc:sldChg chg="modSp">
        <pc:chgData name="Kevin A. Lopez Hernandez" userId="S::kevinlopez@cbit-online.com::372cedc8-4e82-4243-85e1-3d79fc4681e5" providerId="AD" clId="Web-{6CF7AFD2-228C-A11C-C2AF-98D8F82AE65A}" dt="2026-07-31T20:22:53.706" v="0" actId="14100"/>
        <pc:sldMkLst>
          <pc:docMk/>
          <pc:sldMk cId="3609676831" sldId="256"/>
        </pc:sldMkLst>
        <pc:picChg chg="mod">
          <ac:chgData name="Kevin A. Lopez Hernandez" userId="S::kevinlopez@cbit-online.com::372cedc8-4e82-4243-85e1-3d79fc4681e5" providerId="AD" clId="Web-{6CF7AFD2-228C-A11C-C2AF-98D8F82AE65A}" dt="2026-07-31T20:22:53.706" v="0" actId="14100"/>
          <ac:picMkLst>
            <pc:docMk/>
            <pc:sldMk cId="3609676831" sldId="256"/>
            <ac:picMk id="1026" creationId="{41BEF297-6F13-42BA-BC69-3968075F494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AD3F96-A4B0-400A-B241-7366F38D50FC}" type="datetimeFigureOut">
              <a:t>13/08/2026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97B40F-ECF5-4173-82BD-66A60848EBB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482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262AF-9322-4116-B063-A7CE15D7F1CA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33394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5511CD-1B8F-4688-9526-130C252033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AC16E2B-6FC3-4030-9731-7A1C6C46C5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7B6F68-EBA3-47AB-9DBF-F8CCC4A4B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C03CF-09A2-46B2-B1C5-D1AF3E9695D8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856AAB-8E89-4473-8E61-6205DC76A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C45F9F-B37D-457A-BEA8-960383EF8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79585-6A40-4942-A89E-AEAB326B915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15403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43C66D-8ADC-4720-9C01-160456C36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681800-E203-4DDF-99E1-5741BB105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5E67155-D222-495C-BE5D-D28BEA50C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C03CF-09A2-46B2-B1C5-D1AF3E9695D8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D33E58-815D-4939-8ED7-5B75B89C8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BE196F-28B4-40A6-8D24-AB995E2DA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79585-6A40-4942-A89E-AEAB326B915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93667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626FA8-294A-4AFF-9BAB-8A64F4685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9902A9F-9A9E-453E-9B9B-C81C27881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585D38-89BB-4EAE-920F-9CE464DED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C03CF-09A2-46B2-B1C5-D1AF3E9695D8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6F7B60-6C52-41AC-9933-B5D616AC1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DAA2782-D9E7-405B-AB22-3F1F438DC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79585-6A40-4942-A89E-AEAB326B915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60180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79F9FE-811D-4470-A41F-C6D9BA946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768867-B7F9-47A6-920A-03B63D144A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A07BD7-22DB-4C8A-A92C-3EFEFD8F12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3F709F6-BA1B-40CC-876D-D600A414B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C03CF-09A2-46B2-B1C5-D1AF3E9695D8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B71E8-F997-46A6-A03A-5924885B1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1D733F4-DC11-4C7A-A0F5-9E6FDFDDC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79585-6A40-4942-A89E-AEAB326B915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25413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7D5E36-A9B9-4AE6-B251-A240D85F4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C454278-491E-4274-AF78-3C89244D7D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174B3B7-AF7E-4BB9-B4AD-3E8C00D915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C28C2B5-41E2-4D1B-9C3C-D400B68392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7FADB47-3255-4D78-9D22-07F4F720E7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FB197D1-0E80-4D15-9648-F4276C141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C03CF-09A2-46B2-B1C5-D1AF3E9695D8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F31C975-ACCA-487F-864E-AAC9530F5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CDB1976-E52B-4DBF-9689-DA23DCEE1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79585-6A40-4942-A89E-AEAB326B915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89846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525B8C-2A0C-4B5A-9190-5C7FB9ECD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0B71D14-DE33-43B9-AF82-7B3918712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C03CF-09A2-46B2-B1C5-D1AF3E9695D8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F8C66CE-3D55-472F-8B9C-79EC8AE1A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80090D7-E37F-4541-9F68-E2C1E61EC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79585-6A40-4942-A89E-AEAB326B915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64139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EF47528-D531-41F9-8F8D-280E8E7AD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C03CF-09A2-46B2-B1C5-D1AF3E9695D8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7B1E274-B44E-4739-957E-8A27C077C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5954B9B-A0CC-4DFB-88C5-E653A726D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79585-6A40-4942-A89E-AEAB326B915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8118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B725C3-1C3A-4854-940F-A28AAAA58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5AC060-5691-4E0B-B363-2BB8155A1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55A07F6-9332-49C8-85E1-EAB4C0259F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88526B1-8122-45E8-92A0-B5027A538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C03CF-09A2-46B2-B1C5-D1AF3E9695D8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6529540-4DED-4C1C-9750-A6B21BBA0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110AF5-CFD9-4FA9-8564-D5B5CEA59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79585-6A40-4942-A89E-AEAB326B915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48153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A94C30-95DA-4C99-83EB-696E0A36B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C835A7C-664F-437F-B3A7-263680C50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D5D68AB-8046-4D73-B233-58CDFFEB6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276B6D3-4D7B-40AA-AE7F-14BFE724A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C03CF-09A2-46B2-B1C5-D1AF3E9695D8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EC56C34-D896-47C6-AE00-8ACB27EA5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E63E150-67E8-43DF-98FD-120741623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79585-6A40-4942-A89E-AEAB326B915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4980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881B1A-024F-437B-9013-91E80B83E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BC1EA9B-1180-4CE5-B8BB-2CD5BF6C4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169221-8A16-41E4-B323-E0743BF47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C03CF-09A2-46B2-B1C5-D1AF3E9695D8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A83C95C-FF40-4620-9D4B-7F5510396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8FA3DC-D542-4B84-A6DF-4CBEB5682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79585-6A40-4942-A89E-AEAB326B915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97043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A1F9A0-AE4D-47C6-B10D-2545A3A1CF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8B29583-9C9C-4D83-8B5E-9D68768FB6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133E24-A0DA-4AD8-BFAF-FA320EE69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C03CF-09A2-46B2-B1C5-D1AF3E9695D8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04F37D0-9BF3-424E-91C9-0117C6230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73EC48-DD28-4064-84F6-82DF94CB5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79585-6A40-4942-A89E-AEAB326B915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1456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10577B6-81A5-478A-B28E-A6065343C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926CB4E-8C49-4604-B53E-F97962FE67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1B01B2-E7D3-4F4B-8289-19F154B9ED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EC03CF-09A2-46B2-B1C5-D1AF3E9695D8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420737-3B48-44AF-8246-1DA964284F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6CC94A-9C53-4C1A-AA3E-116678CD31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579585-6A40-4942-A89E-AEAB326B915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89492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1BEF297-6F13-42BA-BC69-3968075F49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4" y="-1137"/>
            <a:ext cx="12191562" cy="6853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9676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10400EF0-F704-7E75-A3AE-0CD3FE08F0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41" y="3172"/>
            <a:ext cx="12180720" cy="6970149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1AEB040-7260-7CCB-2434-F2DACE8E43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8414" y="1441281"/>
            <a:ext cx="3361486" cy="2813442"/>
          </a:xfrm>
          <a:prstGeom prst="rect">
            <a:avLst/>
          </a:prstGeom>
        </p:spPr>
      </p:pic>
      <p:cxnSp>
        <p:nvCxnSpPr>
          <p:cNvPr id="16" name="Conector recto 2">
            <a:extLst>
              <a:ext uri="{FF2B5EF4-FFF2-40B4-BE49-F238E27FC236}">
                <a16:creationId xmlns:a16="http://schemas.microsoft.com/office/drawing/2014/main" id="{4D38EA46-9AEE-1B2C-2ADE-9C596A901EF2}"/>
              </a:ext>
            </a:extLst>
          </p:cNvPr>
          <p:cNvCxnSpPr>
            <a:cxnSpLocks/>
          </p:cNvCxnSpPr>
          <p:nvPr/>
        </p:nvCxnSpPr>
        <p:spPr>
          <a:xfrm>
            <a:off x="2189475" y="337965"/>
            <a:ext cx="9706423" cy="0"/>
          </a:xfrm>
          <a:prstGeom prst="line">
            <a:avLst/>
          </a:prstGeom>
          <a:ln w="1270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FCD8FCB-0FCE-0C95-BD5C-97E9A7ABBA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21698" y="918591"/>
            <a:ext cx="6090361" cy="10383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C15E38-C3B0-22B5-D656-8397553293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939747" y="4111078"/>
            <a:ext cx="8920079" cy="10613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7AF6AA-0E5D-A2FD-81E4-84AFA9C726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431955" y="3019488"/>
            <a:ext cx="7914596" cy="10945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5BEBCA-980F-3264-4C0B-802E61D90B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935595" y="1957873"/>
            <a:ext cx="6923476" cy="10616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BF405D-EBB0-92A8-531A-D787492ABE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2408711" y="5175692"/>
            <a:ext cx="9853743" cy="10727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E1FBE6-86A0-E44D-1BFD-432245BE57E2}"/>
              </a:ext>
            </a:extLst>
          </p:cNvPr>
          <p:cNvSpPr txBox="1"/>
          <p:nvPr/>
        </p:nvSpPr>
        <p:spPr>
          <a:xfrm>
            <a:off x="1954240" y="1227584"/>
            <a:ext cx="1776354" cy="6456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798" b="1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Scrum Master / Technical Leader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0C633F-B714-5997-ED13-F9F25DB6C5F2}"/>
              </a:ext>
            </a:extLst>
          </p:cNvPr>
          <p:cNvSpPr txBox="1"/>
          <p:nvPr/>
        </p:nvSpPr>
        <p:spPr>
          <a:xfrm>
            <a:off x="1993448" y="2248931"/>
            <a:ext cx="2706826" cy="3689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798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Tower Leader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DDF9D6-63D9-6A1F-3CCC-5DB6B47F768E}"/>
              </a:ext>
            </a:extLst>
          </p:cNvPr>
          <p:cNvSpPr txBox="1"/>
          <p:nvPr/>
        </p:nvSpPr>
        <p:spPr>
          <a:xfrm>
            <a:off x="1968337" y="3329322"/>
            <a:ext cx="3087473" cy="3689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798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PMO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3E5AA9-587C-9EE7-D9C6-850EBE4D09A4}"/>
              </a:ext>
            </a:extLst>
          </p:cNvPr>
          <p:cNvSpPr txBox="1"/>
          <p:nvPr/>
        </p:nvSpPr>
        <p:spPr>
          <a:xfrm>
            <a:off x="1968338" y="4420870"/>
            <a:ext cx="3600325" cy="3689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798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Corporate Development Manager</a:t>
            </a:r>
            <a:endParaRPr lang="es-CO" sz="1798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78DA53-8459-964E-8023-FEF82D0E071C}"/>
              </a:ext>
            </a:extLst>
          </p:cNvPr>
          <p:cNvSpPr txBox="1"/>
          <p:nvPr/>
        </p:nvSpPr>
        <p:spPr>
          <a:xfrm>
            <a:off x="1968338" y="5282385"/>
            <a:ext cx="3600325" cy="3689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798" b="1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Customer Experience Manager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21D00C-1491-0D2D-8519-EC11DDA888D2}"/>
              </a:ext>
            </a:extLst>
          </p:cNvPr>
          <p:cNvSpPr txBox="1"/>
          <p:nvPr/>
        </p:nvSpPr>
        <p:spPr>
          <a:xfrm>
            <a:off x="8500881" y="5587378"/>
            <a:ext cx="2876002" cy="5996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1099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Presentamos nuestro esquema de escalamiento en caso de presentar algún inconveniente con el servicio prestado.</a:t>
            </a:r>
            <a:endParaRPr lang="en-US" sz="1099">
              <a:solidFill>
                <a:srgbClr val="FFFFFF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5346312-0CC0-F53B-B528-24F0FEBC7FD5}"/>
              </a:ext>
            </a:extLst>
          </p:cNvPr>
          <p:cNvSpPr txBox="1"/>
          <p:nvPr/>
        </p:nvSpPr>
        <p:spPr>
          <a:xfrm>
            <a:off x="2177469" y="5675622"/>
            <a:ext cx="2833710" cy="2613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1099" err="1">
                <a:solidFill>
                  <a:schemeClr val="bg1"/>
                </a:solidFill>
              </a:rPr>
              <a:t>experenciadecliente</a:t>
            </a:r>
            <a:r>
              <a:rPr lang="en-US" sz="1099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@periferiaitgroup.com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664AFFB-ACDF-A6F3-DB88-AD729F7E1F8B}"/>
              </a:ext>
            </a:extLst>
          </p:cNvPr>
          <p:cNvSpPr txBox="1"/>
          <p:nvPr/>
        </p:nvSpPr>
        <p:spPr>
          <a:xfrm>
            <a:off x="8468427" y="2811183"/>
            <a:ext cx="2940908" cy="3689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798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Key Account Manager</a:t>
            </a:r>
            <a:endParaRPr lang="en-US" sz="1798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C0D6402-4B71-A16F-30F4-EBCAC5DF9894}"/>
              </a:ext>
            </a:extLst>
          </p:cNvPr>
          <p:cNvSpPr txBox="1"/>
          <p:nvPr/>
        </p:nvSpPr>
        <p:spPr>
          <a:xfrm>
            <a:off x="8740549" y="3185606"/>
            <a:ext cx="2396668" cy="3383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599">
                <a:solidFill>
                  <a:schemeClr val="bg1"/>
                </a:solidFill>
              </a:rPr>
              <a:t>Nathasha Rodríguez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4B31876-70B7-A7C3-0D92-7573CA316136}"/>
              </a:ext>
            </a:extLst>
          </p:cNvPr>
          <p:cNvSpPr txBox="1"/>
          <p:nvPr/>
        </p:nvSpPr>
        <p:spPr>
          <a:xfrm>
            <a:off x="8296859" y="3481663"/>
            <a:ext cx="3370230" cy="3075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99">
                <a:solidFill>
                  <a:srgbClr val="FFFFFF"/>
                </a:solidFill>
                <a:ea typeface="+mn-lt"/>
                <a:cs typeface="+mn-lt"/>
              </a:rPr>
              <a:t>nathasharodriguez@periferiaitgroup.com</a:t>
            </a:r>
            <a:endParaRPr lang="es-ES" sz="1798">
              <a:ea typeface="+mn-lt"/>
              <a:cs typeface="+mn-lt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223412-17B1-B380-8DF1-D47C374756B3}"/>
              </a:ext>
            </a:extLst>
          </p:cNvPr>
          <p:cNvSpPr txBox="1"/>
          <p:nvPr/>
        </p:nvSpPr>
        <p:spPr>
          <a:xfrm>
            <a:off x="8655960" y="3777723"/>
            <a:ext cx="2565844" cy="3075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99">
                <a:solidFill>
                  <a:srgbClr val="FFFFFF"/>
                </a:solidFill>
                <a:ea typeface="+mn-lt"/>
                <a:cs typeface="+mn-lt"/>
              </a:rPr>
              <a:t>(+507) 63 821 548</a:t>
            </a:r>
            <a:endParaRPr lang="es-ES" sz="1798"/>
          </a:p>
        </p:txBody>
      </p:sp>
      <p:sp>
        <p:nvSpPr>
          <p:cNvPr id="49" name="Título 1">
            <a:extLst>
              <a:ext uri="{FF2B5EF4-FFF2-40B4-BE49-F238E27FC236}">
                <a16:creationId xmlns:a16="http://schemas.microsoft.com/office/drawing/2014/main" id="{E6271277-0574-0B0F-B77D-45BDCCA9B646}"/>
              </a:ext>
            </a:extLst>
          </p:cNvPr>
          <p:cNvSpPr txBox="1">
            <a:spLocks/>
          </p:cNvSpPr>
          <p:nvPr/>
        </p:nvSpPr>
        <p:spPr>
          <a:xfrm>
            <a:off x="8435853" y="468918"/>
            <a:ext cx="2960073" cy="931552"/>
          </a:xfrm>
          <a:prstGeom prst="rect">
            <a:avLst/>
          </a:prstGeom>
        </p:spPr>
        <p:txBody>
          <a:bodyPr vert="horz" lIns="68517" tIns="34259" rIns="68517" bIns="34259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797" b="1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Nivel de Escalamiento</a:t>
            </a:r>
            <a:endParaRPr lang="en-US" sz="2797" b="1">
              <a:solidFill>
                <a:schemeClr val="bg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B857C3B-C190-804E-E267-2CE6B27F18D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7919" y="3175072"/>
            <a:ext cx="784911" cy="783401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59509226-7FC7-A0CD-E037-1F867D9B86C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7919" y="4249320"/>
            <a:ext cx="784911" cy="784911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FBE0F58-512F-854D-72F0-27A5391B177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7917" y="5319609"/>
            <a:ext cx="784911" cy="784911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32E9B364-6308-8942-8759-F9A5F144D442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873" y="4549734"/>
            <a:ext cx="2830017" cy="968105"/>
          </a:xfrm>
          <a:prstGeom prst="rect">
            <a:avLst/>
          </a:prstGeom>
        </p:spPr>
      </p:pic>
      <p:sp>
        <p:nvSpPr>
          <p:cNvPr id="2" name="TextBox 44">
            <a:extLst>
              <a:ext uri="{FF2B5EF4-FFF2-40B4-BE49-F238E27FC236}">
                <a16:creationId xmlns:a16="http://schemas.microsoft.com/office/drawing/2014/main" id="{60CAA590-8F65-A281-7D07-FAE1AABD078C}"/>
              </a:ext>
            </a:extLst>
          </p:cNvPr>
          <p:cNvSpPr txBox="1"/>
          <p:nvPr/>
        </p:nvSpPr>
        <p:spPr>
          <a:xfrm>
            <a:off x="7643885" y="6535922"/>
            <a:ext cx="2565844" cy="307564"/>
          </a:xfrm>
          <a:prstGeom prst="rect">
            <a:avLst/>
          </a:prstGeom>
          <a:noFill/>
        </p:spPr>
        <p:txBody>
          <a:bodyPr rot="0" spcFirstLastPara="0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www.periferiaitgroup.com</a:t>
            </a:r>
            <a:endParaRPr lang="en-US" sz="1798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AC6A079-4D1E-C446-DB0D-CE316B4FAD0E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8766" y="6689669"/>
            <a:ext cx="2147597" cy="41239"/>
          </a:xfrm>
          <a:prstGeom prst="rect">
            <a:avLst/>
          </a:prstGeom>
        </p:spPr>
      </p:pic>
      <p:pic>
        <p:nvPicPr>
          <p:cNvPr id="13" name="Picture 8" descr="Icono&#10;&#10;Descripción generada automáticamente">
            <a:extLst>
              <a:ext uri="{FF2B5EF4-FFF2-40B4-BE49-F238E27FC236}">
                <a16:creationId xmlns:a16="http://schemas.microsoft.com/office/drawing/2014/main" id="{8DFC39C5-49EA-E967-6F3F-879E24EA04E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2679" y="1070289"/>
            <a:ext cx="783401" cy="784911"/>
          </a:xfrm>
          <a:prstGeom prst="rect">
            <a:avLst/>
          </a:prstGeom>
        </p:spPr>
      </p:pic>
      <p:pic>
        <p:nvPicPr>
          <p:cNvPr id="17" name="Picture 7">
            <a:extLst>
              <a:ext uri="{FF2B5EF4-FFF2-40B4-BE49-F238E27FC236}">
                <a16:creationId xmlns:a16="http://schemas.microsoft.com/office/drawing/2014/main" id="{85CD65CB-6E7A-A2C2-BD66-B2DCBB1AB903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4840" y="2108646"/>
            <a:ext cx="784911" cy="783401"/>
          </a:xfrm>
          <a:prstGeom prst="rect">
            <a:avLst/>
          </a:prstGeom>
        </p:spPr>
      </p:pic>
      <p:pic>
        <p:nvPicPr>
          <p:cNvPr id="23" name="Picture 11">
            <a:extLst>
              <a:ext uri="{FF2B5EF4-FFF2-40B4-BE49-F238E27FC236}">
                <a16:creationId xmlns:a16="http://schemas.microsoft.com/office/drawing/2014/main" id="{06354049-B2A3-9A0B-119E-5188CAF1A07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589574" y="1779644"/>
            <a:ext cx="784800" cy="78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0138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948dcbb-4498-453a-bb2a-2f6e93dc52f8">
      <Terms xmlns="http://schemas.microsoft.com/office/infopath/2007/PartnerControls"/>
    </lcf76f155ced4ddcb4097134ff3c332f>
    <TaxCatchAll xmlns="42031908-afc3-4861-95d9-cc85d1091e3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A13845BC0BE8D498EAB0B4A65887C77" ma:contentTypeVersion="14" ma:contentTypeDescription="Crear nuevo documento." ma:contentTypeScope="" ma:versionID="ef2f4ee381d22387e66574f7f247f396">
  <xsd:schema xmlns:xsd="http://www.w3.org/2001/XMLSchema" xmlns:xs="http://www.w3.org/2001/XMLSchema" xmlns:p="http://schemas.microsoft.com/office/2006/metadata/properties" xmlns:ns2="4948dcbb-4498-453a-bb2a-2f6e93dc52f8" xmlns:ns3="42031908-afc3-4861-95d9-cc85d1091e34" targetNamespace="http://schemas.microsoft.com/office/2006/metadata/properties" ma:root="true" ma:fieldsID="ae80c4cb4fc4bddc35a137efff19a3a4" ns2:_="" ns3:_="">
    <xsd:import namespace="4948dcbb-4498-453a-bb2a-2f6e93dc52f8"/>
    <xsd:import namespace="42031908-afc3-4861-95d9-cc85d1091e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48dcbb-4498-453a-bb2a-2f6e93dc52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193352c-83ee-4464-bc63-33cfba68ac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031908-afc3-4861-95d9-cc85d1091e3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35139d8-d1b2-47c2-b3db-86218de769fd}" ma:internalName="TaxCatchAll" ma:showField="CatchAllData" ma:web="42031908-afc3-4861-95d9-cc85d1091e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347DC1E-270A-46CA-9E6C-5A181997611F}">
  <ds:schemaRefs>
    <ds:schemaRef ds:uri="http://schemas.microsoft.com/office/2006/metadata/properties"/>
    <ds:schemaRef ds:uri="http://schemas.microsoft.com/office/infopath/2007/PartnerControls"/>
    <ds:schemaRef ds:uri="4948dcbb-4498-453a-bb2a-2f6e93dc52f8"/>
    <ds:schemaRef ds:uri="42031908-afc3-4861-95d9-cc85d1091e34"/>
  </ds:schemaRefs>
</ds:datastoreItem>
</file>

<file path=customXml/itemProps2.xml><?xml version="1.0" encoding="utf-8"?>
<ds:datastoreItem xmlns:ds="http://schemas.openxmlformats.org/officeDocument/2006/customXml" ds:itemID="{8C135C93-5307-491C-A73D-799A72AE957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6592B4F-54B2-4E09-A5D9-021DDED4775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48dcbb-4498-453a-bb2a-2f6e93dc52f8"/>
    <ds:schemaRef ds:uri="42031908-afc3-4861-95d9-cc85d1091e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Tema de Office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Shirley Da. Urrego</dc:creator>
  <cp:lastModifiedBy>Shirley Da. Urrego</cp:lastModifiedBy>
  <cp:revision>6</cp:revision>
  <dcterms:created xsi:type="dcterms:W3CDTF">2025-10-07T19:03:54Z</dcterms:created>
  <dcterms:modified xsi:type="dcterms:W3CDTF">2026-08-13T14:23:00Z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0x0101008A13845BC0BE8D498EAB0B4A65887C77</vt:lpwstr>
  </property>
  <property fmtid="{D5CDD505-2E9C-101B-9397-08002B2CF9AE}" pid="3" name="MediaServiceImageTags">
    <vt:lpwstr/>
  </property>
</Properties>
</file>