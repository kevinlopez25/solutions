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42"/>
  </p:notesMasterIdLst>
  <p:sldIdLst>
    <p:sldId id="2147482852" r:id="rId5"/>
    <p:sldId id="2147483031" r:id="rId6"/>
    <p:sldId id="2147482819" r:id="rId7"/>
    <p:sldId id="2147482815" r:id="rId8"/>
    <p:sldId id="2147482830" r:id="rId9"/>
    <p:sldId id="2147482822" r:id="rId10"/>
    <p:sldId id="2147482828" r:id="rId11"/>
    <p:sldId id="2147482794" r:id="rId12"/>
    <p:sldId id="2147482831" r:id="rId13"/>
    <p:sldId id="2147482795" r:id="rId14"/>
    <p:sldId id="2147482829" r:id="rId15"/>
    <p:sldId id="2147482851" r:id="rId16"/>
    <p:sldId id="2147482844" r:id="rId17"/>
    <p:sldId id="260" r:id="rId18"/>
    <p:sldId id="2147482832" r:id="rId19"/>
    <p:sldId id="2147483026" r:id="rId20"/>
    <p:sldId id="2147482843" r:id="rId21"/>
    <p:sldId id="2147482846" r:id="rId22"/>
    <p:sldId id="2147482845" r:id="rId23"/>
    <p:sldId id="267" r:id="rId24"/>
    <p:sldId id="2147482804" r:id="rId25"/>
    <p:sldId id="2147482850" r:id="rId26"/>
    <p:sldId id="2147482835" r:id="rId27"/>
    <p:sldId id="2147482847" r:id="rId28"/>
    <p:sldId id="2147482814" r:id="rId29"/>
    <p:sldId id="2147482842" r:id="rId30"/>
    <p:sldId id="2147482833" r:id="rId31"/>
    <p:sldId id="2147482849" r:id="rId32"/>
    <p:sldId id="2147482824" r:id="rId33"/>
    <p:sldId id="2147482816" r:id="rId34"/>
    <p:sldId id="2147482848" r:id="rId35"/>
    <p:sldId id="2147482840" r:id="rId36"/>
    <p:sldId id="2147482825" r:id="rId37"/>
    <p:sldId id="2147482838" r:id="rId38"/>
    <p:sldId id="2147482836" r:id="rId39"/>
    <p:sldId id="2147482839" r:id="rId40"/>
    <p:sldId id="2147482837" r:id="rId41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FD8C"/>
    <a:srgbClr val="212121"/>
    <a:srgbClr val="15601D"/>
    <a:srgbClr val="CCFFD6"/>
    <a:srgbClr val="00356E"/>
    <a:srgbClr val="B1BFCE"/>
    <a:srgbClr val="FFFFFF"/>
    <a:srgbClr val="B3BFCD"/>
    <a:srgbClr val="B3BECC"/>
    <a:srgbClr val="21ED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58"/>
  </p:normalViewPr>
  <p:slideViewPr>
    <p:cSldViewPr snapToGrid="0">
      <p:cViewPr varScale="1">
        <p:scale>
          <a:sx n="85" d="100"/>
          <a:sy n="85" d="100"/>
        </p:scale>
        <p:origin x="9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8F67-8168-3B43-9BE2-079417FBDB0F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9EAED-883F-F34C-91F5-3F423528D29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0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9EAED-883F-F34C-91F5-3F423528D291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82804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262AF-9322-4116-B063-A7CE15D7F1CA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3394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06EED-5228-7C49-8EE1-2C112C67F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E85886F-2EB1-AF8F-BCAE-C0F65207C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D56F79D-8AEE-7250-9C13-00297A982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EECA58-1AF5-7004-017F-2CAB8FD793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9EAED-883F-F34C-91F5-3F423528D291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3957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5C3E-F753-0EB7-2B42-0CDA88DA9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DE21E9A-077A-72AB-F25B-8D834C5ECC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AA840EC-4319-F3C8-FDAE-459A2FB87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ABC2F5-EEC3-3944-D724-BAD4A184E1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9EAED-883F-F34C-91F5-3F423528D291}" type="slidenum">
              <a:rPr lang="es-CO" smtClean="0"/>
              <a:t>23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8716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83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174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519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999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78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01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4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9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3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D543-1F4B-4249-95B4-E282C1AB3B00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36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21" Type="http://schemas.microsoft.com/office/2007/relationships/hdphoto" Target="../media/hdphoto1.wdp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sv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sv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1.png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microsoft.com/office/2007/relationships/hdphoto" Target="../media/hdphoto1.wdp"/><Relationship Id="rId4" Type="http://schemas.openxmlformats.org/officeDocument/2006/relationships/image" Target="../media/image28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1.png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1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4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microsoft.com/office/2007/relationships/hdphoto" Target="../media/hdphoto1.wdp"/><Relationship Id="rId2" Type="http://schemas.openxmlformats.org/officeDocument/2006/relationships/image" Target="../media/image4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26" Type="http://schemas.openxmlformats.org/officeDocument/2006/relationships/image" Target="../media/image73.png"/><Relationship Id="rId3" Type="http://schemas.openxmlformats.org/officeDocument/2006/relationships/image" Target="../media/image50.png"/><Relationship Id="rId21" Type="http://schemas.openxmlformats.org/officeDocument/2006/relationships/image" Target="../media/image68.png"/><Relationship Id="rId34" Type="http://schemas.microsoft.com/office/2007/relationships/hdphoto" Target="../media/hdphoto1.wdp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5" Type="http://schemas.openxmlformats.org/officeDocument/2006/relationships/image" Target="../media/image72.png"/><Relationship Id="rId33" Type="http://schemas.openxmlformats.org/officeDocument/2006/relationships/image" Target="../media/image21.png"/><Relationship Id="rId2" Type="http://schemas.openxmlformats.org/officeDocument/2006/relationships/image" Target="../media/image49.png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29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24" Type="http://schemas.openxmlformats.org/officeDocument/2006/relationships/image" Target="../media/image71.png"/><Relationship Id="rId32" Type="http://schemas.openxmlformats.org/officeDocument/2006/relationships/image" Target="../media/image25.png"/><Relationship Id="rId5" Type="http://schemas.openxmlformats.org/officeDocument/2006/relationships/image" Target="../media/image52.png"/><Relationship Id="rId15" Type="http://schemas.openxmlformats.org/officeDocument/2006/relationships/image" Target="../media/image62.png"/><Relationship Id="rId23" Type="http://schemas.openxmlformats.org/officeDocument/2006/relationships/image" Target="../media/image70.png"/><Relationship Id="rId28" Type="http://schemas.openxmlformats.org/officeDocument/2006/relationships/image" Target="../media/image75.png"/><Relationship Id="rId10" Type="http://schemas.openxmlformats.org/officeDocument/2006/relationships/image" Target="../media/image57.png"/><Relationship Id="rId19" Type="http://schemas.openxmlformats.org/officeDocument/2006/relationships/image" Target="../media/image66.png"/><Relationship Id="rId31" Type="http://schemas.openxmlformats.org/officeDocument/2006/relationships/image" Target="../media/image78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Relationship Id="rId22" Type="http://schemas.openxmlformats.org/officeDocument/2006/relationships/image" Target="../media/image69.png"/><Relationship Id="rId27" Type="http://schemas.openxmlformats.org/officeDocument/2006/relationships/image" Target="../media/image74.png"/><Relationship Id="rId30" Type="http://schemas.openxmlformats.org/officeDocument/2006/relationships/image" Target="../media/image77.png"/><Relationship Id="rId8" Type="http://schemas.openxmlformats.org/officeDocument/2006/relationships/image" Target="../media/image5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9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17" Type="http://schemas.openxmlformats.org/officeDocument/2006/relationships/image" Target="../media/image9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5" Type="http://schemas.openxmlformats.org/officeDocument/2006/relationships/image" Target="../media/image9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Relationship Id="rId14" Type="http://schemas.openxmlformats.org/officeDocument/2006/relationships/image" Target="../media/image9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94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5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microsoft.com/office/2007/relationships/hdphoto" Target="../media/hdphoto1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hyperlink" Target="https://forms.office.com/r/8CpjHiEsEU?propuesta=" TargetMode="External"/><Relationship Id="rId4" Type="http://schemas.openxmlformats.org/officeDocument/2006/relationships/hyperlink" Target="https://forms.office.com/r/8CpjHiEsEU?propuesta=1403317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5.png"/><Relationship Id="rId7" Type="http://schemas.openxmlformats.org/officeDocument/2006/relationships/image" Target="../media/image21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94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3.svg"/><Relationship Id="rId7" Type="http://schemas.openxmlformats.org/officeDocument/2006/relationships/image" Target="../media/image107.png"/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6.sv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94.sv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111.sv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svg"/><Relationship Id="rId2" Type="http://schemas.openxmlformats.org/officeDocument/2006/relationships/image" Target="../media/image112.jpe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svg"/><Relationship Id="rId13" Type="http://schemas.openxmlformats.org/officeDocument/2006/relationships/image" Target="../media/image123.svg"/><Relationship Id="rId18" Type="http://schemas.openxmlformats.org/officeDocument/2006/relationships/image" Target="../media/image128.svg"/><Relationship Id="rId3" Type="http://schemas.openxmlformats.org/officeDocument/2006/relationships/image" Target="../media/image114.svg"/><Relationship Id="rId21" Type="http://schemas.openxmlformats.org/officeDocument/2006/relationships/image" Target="../media/image131.svg"/><Relationship Id="rId7" Type="http://schemas.openxmlformats.org/officeDocument/2006/relationships/image" Target="../media/image118.svg"/><Relationship Id="rId12" Type="http://schemas.openxmlformats.org/officeDocument/2006/relationships/image" Target="../media/image122.svg"/><Relationship Id="rId17" Type="http://schemas.openxmlformats.org/officeDocument/2006/relationships/image" Target="../media/image127.svg"/><Relationship Id="rId2" Type="http://schemas.openxmlformats.org/officeDocument/2006/relationships/image" Target="../media/image46.svg"/><Relationship Id="rId16" Type="http://schemas.openxmlformats.org/officeDocument/2006/relationships/image" Target="../media/image126.svg"/><Relationship Id="rId20" Type="http://schemas.openxmlformats.org/officeDocument/2006/relationships/image" Target="../media/image13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svg"/><Relationship Id="rId11" Type="http://schemas.openxmlformats.org/officeDocument/2006/relationships/image" Target="../media/image121.svg"/><Relationship Id="rId5" Type="http://schemas.openxmlformats.org/officeDocument/2006/relationships/image" Target="../media/image116.svg"/><Relationship Id="rId15" Type="http://schemas.openxmlformats.org/officeDocument/2006/relationships/image" Target="../media/image125.png"/><Relationship Id="rId10" Type="http://schemas.openxmlformats.org/officeDocument/2006/relationships/image" Target="../media/image103.svg"/><Relationship Id="rId19" Type="http://schemas.openxmlformats.org/officeDocument/2006/relationships/image" Target="../media/image129.svg"/><Relationship Id="rId4" Type="http://schemas.openxmlformats.org/officeDocument/2006/relationships/image" Target="../media/image115.svg"/><Relationship Id="rId9" Type="http://schemas.openxmlformats.org/officeDocument/2006/relationships/image" Target="../media/image120.svg"/><Relationship Id="rId14" Type="http://schemas.openxmlformats.org/officeDocument/2006/relationships/image" Target="../media/image124.png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2.png"/><Relationship Id="rId18" Type="http://schemas.openxmlformats.org/officeDocument/2006/relationships/image" Target="../media/image147.png"/><Relationship Id="rId26" Type="http://schemas.openxmlformats.org/officeDocument/2006/relationships/image" Target="../media/image155.png"/><Relationship Id="rId3" Type="http://schemas.openxmlformats.org/officeDocument/2006/relationships/image" Target="../media/image132.png"/><Relationship Id="rId21" Type="http://schemas.openxmlformats.org/officeDocument/2006/relationships/image" Target="../media/image150.png"/><Relationship Id="rId34" Type="http://schemas.openxmlformats.org/officeDocument/2006/relationships/image" Target="../media/image159.pn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5" Type="http://schemas.openxmlformats.org/officeDocument/2006/relationships/image" Target="../media/image154.png"/><Relationship Id="rId33" Type="http://schemas.openxmlformats.org/officeDocument/2006/relationships/image" Target="../media/image158.png"/><Relationship Id="rId2" Type="http://schemas.openxmlformats.org/officeDocument/2006/relationships/image" Target="../media/image46.svg"/><Relationship Id="rId16" Type="http://schemas.openxmlformats.org/officeDocument/2006/relationships/image" Target="../media/image145.png"/><Relationship Id="rId20" Type="http://schemas.openxmlformats.org/officeDocument/2006/relationships/image" Target="../media/image14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24" Type="http://schemas.openxmlformats.org/officeDocument/2006/relationships/image" Target="../media/image153.png"/><Relationship Id="rId32" Type="http://schemas.openxmlformats.org/officeDocument/2006/relationships/image" Target="../media/image31.png"/><Relationship Id="rId5" Type="http://schemas.openxmlformats.org/officeDocument/2006/relationships/image" Target="../media/image134.png"/><Relationship Id="rId15" Type="http://schemas.openxmlformats.org/officeDocument/2006/relationships/image" Target="../media/image144.png"/><Relationship Id="rId23" Type="http://schemas.openxmlformats.org/officeDocument/2006/relationships/image" Target="../media/image152.png"/><Relationship Id="rId28" Type="http://schemas.openxmlformats.org/officeDocument/2006/relationships/image" Target="../media/image157.png"/><Relationship Id="rId36" Type="http://schemas.microsoft.com/office/2007/relationships/hdphoto" Target="../media/hdphoto1.wdp"/><Relationship Id="rId10" Type="http://schemas.openxmlformats.org/officeDocument/2006/relationships/image" Target="../media/image139.png"/><Relationship Id="rId19" Type="http://schemas.openxmlformats.org/officeDocument/2006/relationships/image" Target="../media/image148.png"/><Relationship Id="rId31" Type="http://schemas.openxmlformats.org/officeDocument/2006/relationships/image" Target="../media/image30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Relationship Id="rId14" Type="http://schemas.openxmlformats.org/officeDocument/2006/relationships/image" Target="../media/image143.png"/><Relationship Id="rId22" Type="http://schemas.openxmlformats.org/officeDocument/2006/relationships/image" Target="../media/image151.png"/><Relationship Id="rId27" Type="http://schemas.openxmlformats.org/officeDocument/2006/relationships/image" Target="../media/image156.png"/><Relationship Id="rId30" Type="http://schemas.openxmlformats.org/officeDocument/2006/relationships/image" Target="../media/image29.png"/><Relationship Id="rId35" Type="http://schemas.openxmlformats.org/officeDocument/2006/relationships/image" Target="../media/image21.png"/><Relationship Id="rId8" Type="http://schemas.openxmlformats.org/officeDocument/2006/relationships/image" Target="../media/image137.png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0.png"/><Relationship Id="rId18" Type="http://schemas.openxmlformats.org/officeDocument/2006/relationships/image" Target="../media/image175.png"/><Relationship Id="rId26" Type="http://schemas.openxmlformats.org/officeDocument/2006/relationships/image" Target="../media/image183.png"/><Relationship Id="rId3" Type="http://schemas.openxmlformats.org/officeDocument/2006/relationships/image" Target="../media/image160.png"/><Relationship Id="rId21" Type="http://schemas.openxmlformats.org/officeDocument/2006/relationships/image" Target="../media/image178.png"/><Relationship Id="rId34" Type="http://schemas.openxmlformats.org/officeDocument/2006/relationships/image" Target="../media/image191.png"/><Relationship Id="rId7" Type="http://schemas.openxmlformats.org/officeDocument/2006/relationships/image" Target="../media/image164.png"/><Relationship Id="rId12" Type="http://schemas.openxmlformats.org/officeDocument/2006/relationships/image" Target="../media/image169.png"/><Relationship Id="rId17" Type="http://schemas.openxmlformats.org/officeDocument/2006/relationships/image" Target="../media/image174.png"/><Relationship Id="rId25" Type="http://schemas.openxmlformats.org/officeDocument/2006/relationships/image" Target="../media/image182.png"/><Relationship Id="rId33" Type="http://schemas.openxmlformats.org/officeDocument/2006/relationships/image" Target="../media/image190.png"/><Relationship Id="rId2" Type="http://schemas.openxmlformats.org/officeDocument/2006/relationships/image" Target="../media/image46.svg"/><Relationship Id="rId16" Type="http://schemas.openxmlformats.org/officeDocument/2006/relationships/image" Target="../media/image173.png"/><Relationship Id="rId20" Type="http://schemas.openxmlformats.org/officeDocument/2006/relationships/image" Target="../media/image177.png"/><Relationship Id="rId29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3.png"/><Relationship Id="rId11" Type="http://schemas.openxmlformats.org/officeDocument/2006/relationships/image" Target="../media/image168.png"/><Relationship Id="rId24" Type="http://schemas.openxmlformats.org/officeDocument/2006/relationships/image" Target="../media/image181.png"/><Relationship Id="rId32" Type="http://schemas.openxmlformats.org/officeDocument/2006/relationships/image" Target="../media/image189.png"/><Relationship Id="rId5" Type="http://schemas.openxmlformats.org/officeDocument/2006/relationships/image" Target="../media/image162.png"/><Relationship Id="rId15" Type="http://schemas.openxmlformats.org/officeDocument/2006/relationships/image" Target="../media/image172.png"/><Relationship Id="rId23" Type="http://schemas.openxmlformats.org/officeDocument/2006/relationships/image" Target="../media/image180.png"/><Relationship Id="rId28" Type="http://schemas.openxmlformats.org/officeDocument/2006/relationships/image" Target="../media/image185.png"/><Relationship Id="rId36" Type="http://schemas.microsoft.com/office/2007/relationships/hdphoto" Target="../media/hdphoto1.wdp"/><Relationship Id="rId10" Type="http://schemas.openxmlformats.org/officeDocument/2006/relationships/image" Target="../media/image167.png"/><Relationship Id="rId19" Type="http://schemas.openxmlformats.org/officeDocument/2006/relationships/image" Target="../media/image176.png"/><Relationship Id="rId31" Type="http://schemas.openxmlformats.org/officeDocument/2006/relationships/image" Target="../media/image188.png"/><Relationship Id="rId4" Type="http://schemas.openxmlformats.org/officeDocument/2006/relationships/image" Target="../media/image161.png"/><Relationship Id="rId9" Type="http://schemas.openxmlformats.org/officeDocument/2006/relationships/image" Target="../media/image166.png"/><Relationship Id="rId14" Type="http://schemas.openxmlformats.org/officeDocument/2006/relationships/image" Target="../media/image171.png"/><Relationship Id="rId22" Type="http://schemas.openxmlformats.org/officeDocument/2006/relationships/image" Target="../media/image179.png"/><Relationship Id="rId27" Type="http://schemas.openxmlformats.org/officeDocument/2006/relationships/image" Target="../media/image184.png"/><Relationship Id="rId30" Type="http://schemas.openxmlformats.org/officeDocument/2006/relationships/image" Target="../media/image187.png"/><Relationship Id="rId35" Type="http://schemas.openxmlformats.org/officeDocument/2006/relationships/image" Target="../media/image21.png"/><Relationship Id="rId8" Type="http://schemas.openxmlformats.org/officeDocument/2006/relationships/image" Target="../media/image165.png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2.png"/><Relationship Id="rId18" Type="http://schemas.openxmlformats.org/officeDocument/2006/relationships/image" Target="../media/image207.png"/><Relationship Id="rId26" Type="http://schemas.openxmlformats.org/officeDocument/2006/relationships/image" Target="../media/image215.png"/><Relationship Id="rId3" Type="http://schemas.openxmlformats.org/officeDocument/2006/relationships/image" Target="../media/image192.png"/><Relationship Id="rId21" Type="http://schemas.openxmlformats.org/officeDocument/2006/relationships/image" Target="../media/image210.png"/><Relationship Id="rId34" Type="http://schemas.openxmlformats.org/officeDocument/2006/relationships/image" Target="../media/image223.png"/><Relationship Id="rId7" Type="http://schemas.openxmlformats.org/officeDocument/2006/relationships/image" Target="../media/image196.png"/><Relationship Id="rId12" Type="http://schemas.openxmlformats.org/officeDocument/2006/relationships/image" Target="../media/image201.png"/><Relationship Id="rId17" Type="http://schemas.openxmlformats.org/officeDocument/2006/relationships/image" Target="../media/image206.png"/><Relationship Id="rId25" Type="http://schemas.openxmlformats.org/officeDocument/2006/relationships/image" Target="../media/image214.png"/><Relationship Id="rId33" Type="http://schemas.openxmlformats.org/officeDocument/2006/relationships/image" Target="../media/image222.png"/><Relationship Id="rId2" Type="http://schemas.openxmlformats.org/officeDocument/2006/relationships/image" Target="../media/image46.svg"/><Relationship Id="rId16" Type="http://schemas.openxmlformats.org/officeDocument/2006/relationships/image" Target="../media/image205.png"/><Relationship Id="rId20" Type="http://schemas.openxmlformats.org/officeDocument/2006/relationships/image" Target="../media/image209.png"/><Relationship Id="rId29" Type="http://schemas.openxmlformats.org/officeDocument/2006/relationships/image" Target="../media/image2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5.png"/><Relationship Id="rId11" Type="http://schemas.openxmlformats.org/officeDocument/2006/relationships/image" Target="../media/image200.png"/><Relationship Id="rId24" Type="http://schemas.openxmlformats.org/officeDocument/2006/relationships/image" Target="../media/image213.png"/><Relationship Id="rId32" Type="http://schemas.openxmlformats.org/officeDocument/2006/relationships/image" Target="../media/image221.png"/><Relationship Id="rId5" Type="http://schemas.openxmlformats.org/officeDocument/2006/relationships/image" Target="../media/image194.png"/><Relationship Id="rId15" Type="http://schemas.openxmlformats.org/officeDocument/2006/relationships/image" Target="../media/image204.png"/><Relationship Id="rId23" Type="http://schemas.openxmlformats.org/officeDocument/2006/relationships/image" Target="../media/image212.png"/><Relationship Id="rId28" Type="http://schemas.openxmlformats.org/officeDocument/2006/relationships/image" Target="../media/image217.png"/><Relationship Id="rId36" Type="http://schemas.microsoft.com/office/2007/relationships/hdphoto" Target="../media/hdphoto1.wdp"/><Relationship Id="rId10" Type="http://schemas.openxmlformats.org/officeDocument/2006/relationships/image" Target="../media/image199.png"/><Relationship Id="rId19" Type="http://schemas.openxmlformats.org/officeDocument/2006/relationships/image" Target="../media/image208.png"/><Relationship Id="rId31" Type="http://schemas.openxmlformats.org/officeDocument/2006/relationships/image" Target="../media/image220.png"/><Relationship Id="rId4" Type="http://schemas.openxmlformats.org/officeDocument/2006/relationships/image" Target="../media/image193.png"/><Relationship Id="rId9" Type="http://schemas.openxmlformats.org/officeDocument/2006/relationships/image" Target="../media/image198.png"/><Relationship Id="rId14" Type="http://schemas.openxmlformats.org/officeDocument/2006/relationships/image" Target="../media/image203.png"/><Relationship Id="rId22" Type="http://schemas.openxmlformats.org/officeDocument/2006/relationships/image" Target="../media/image211.png"/><Relationship Id="rId27" Type="http://schemas.openxmlformats.org/officeDocument/2006/relationships/image" Target="../media/image216.png"/><Relationship Id="rId30" Type="http://schemas.openxmlformats.org/officeDocument/2006/relationships/image" Target="../media/image219.png"/><Relationship Id="rId35" Type="http://schemas.openxmlformats.org/officeDocument/2006/relationships/image" Target="../media/image21.png"/><Relationship Id="rId8" Type="http://schemas.openxmlformats.org/officeDocument/2006/relationships/image" Target="../media/image19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png"/><Relationship Id="rId13" Type="http://schemas.openxmlformats.org/officeDocument/2006/relationships/image" Target="../media/image38.png"/><Relationship Id="rId3" Type="http://schemas.openxmlformats.org/officeDocument/2006/relationships/image" Target="../media/image224.png"/><Relationship Id="rId7" Type="http://schemas.openxmlformats.org/officeDocument/2006/relationships/image" Target="../media/image91.png"/><Relationship Id="rId12" Type="http://schemas.openxmlformats.org/officeDocument/2006/relationships/image" Target="../media/image229.png"/><Relationship Id="rId17" Type="http://schemas.microsoft.com/office/2007/relationships/hdphoto" Target="../media/hdphoto1.wdp"/><Relationship Id="rId2" Type="http://schemas.openxmlformats.org/officeDocument/2006/relationships/image" Target="../media/image46.sv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228.png"/><Relationship Id="rId5" Type="http://schemas.openxmlformats.org/officeDocument/2006/relationships/image" Target="../media/image39.png"/><Relationship Id="rId15" Type="http://schemas.openxmlformats.org/officeDocument/2006/relationships/image" Target="../media/image230.png"/><Relationship Id="rId10" Type="http://schemas.openxmlformats.org/officeDocument/2006/relationships/image" Target="../media/image227.png"/><Relationship Id="rId4" Type="http://schemas.openxmlformats.org/officeDocument/2006/relationships/image" Target="../media/image86.png"/><Relationship Id="rId9" Type="http://schemas.openxmlformats.org/officeDocument/2006/relationships/image" Target="../media/image226.png"/><Relationship Id="rId1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BBA48A5B-5E37-D2D4-C5F9-F9F293EC6990}"/>
              </a:ext>
            </a:extLst>
          </p:cNvPr>
          <p:cNvSpPr/>
          <p:nvPr/>
        </p:nvSpPr>
        <p:spPr>
          <a:xfrm>
            <a:off x="0" y="0"/>
            <a:ext cx="9144000" cy="51482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95EE1BA-6175-F132-1009-91ACD399F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264120"/>
            <a:ext cx="7886700" cy="549204"/>
          </a:xfrm>
          <a:effectLst>
            <a:outerShdw blurRad="228966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s-ES" sz="1600" b="1">
                <a:solidFill>
                  <a:srgbClr val="6DFD8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Espacio para poner el título de tu presentación</a:t>
            </a:r>
            <a:endParaRPr lang="es-CO" sz="1400" b="1">
              <a:solidFill>
                <a:srgbClr val="6DFD8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6D3A4FA5-DCF1-29F4-92B9-4D0E6CC6DBF3}"/>
              </a:ext>
            </a:extLst>
          </p:cNvPr>
          <p:cNvCxnSpPr>
            <a:cxnSpLocks/>
          </p:cNvCxnSpPr>
          <p:nvPr/>
        </p:nvCxnSpPr>
        <p:spPr>
          <a:xfrm>
            <a:off x="2333002" y="3302257"/>
            <a:ext cx="4503634" cy="0"/>
          </a:xfrm>
          <a:prstGeom prst="line">
            <a:avLst/>
          </a:prstGeom>
          <a:ln>
            <a:solidFill>
              <a:srgbClr val="6DFD8C"/>
            </a:solidFill>
          </a:ln>
          <a:effectLst>
            <a:outerShdw blurRad="50800" dist="38100" dir="5400000" algn="t" rotWithShape="0">
              <a:prstClr val="black">
                <a:alpha val="30075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E0BD3CC-1E36-CB1B-CE04-7AA43B182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787336"/>
            <a:ext cx="7886700" cy="409882"/>
          </a:xfrm>
          <a:effectLst>
            <a:outerShdw blurRad="228966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 algn="ctr">
              <a:buNone/>
            </a:pPr>
            <a:r>
              <a:rPr lang="es-MX" sz="16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dd</a:t>
            </a:r>
            <a:r>
              <a:rPr lang="es-MX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mm de </a:t>
            </a:r>
            <a:r>
              <a:rPr lang="es-MX" sz="16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aaaa</a:t>
            </a:r>
            <a:r>
              <a:rPr lang="es-MX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ciudad, País.</a:t>
            </a:r>
          </a:p>
          <a:p>
            <a:pPr marL="0" indent="0" algn="ctr">
              <a:buNone/>
            </a:pPr>
            <a:r>
              <a:rPr lang="es-MX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Ref.: </a:t>
            </a:r>
            <a:r>
              <a:rPr lang="es-MX" sz="16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xxxxx</a:t>
            </a:r>
            <a:r>
              <a:rPr lang="es-MX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 Vx.0.0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DC79C6-EACA-7C9A-4E2F-8B6F1DE0EC7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1396" y="114819"/>
            <a:ext cx="1358900" cy="336149"/>
          </a:xfrm>
          <a:prstGeom prst="rect">
            <a:avLst/>
          </a:prstGeom>
        </p:spPr>
      </p:pic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EA6CA862-B264-70C8-D956-E81BA337B452}"/>
              </a:ext>
            </a:extLst>
          </p:cNvPr>
          <p:cNvSpPr/>
          <p:nvPr/>
        </p:nvSpPr>
        <p:spPr>
          <a:xfrm>
            <a:off x="3413746" y="2455513"/>
            <a:ext cx="2316508" cy="647710"/>
          </a:xfrm>
          <a:prstGeom prst="roundRect">
            <a:avLst/>
          </a:prstGeom>
          <a:solidFill>
            <a:schemeClr val="bg1">
              <a:alpha val="6163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957CADE5-02BC-E1B1-141D-D58BDA10BF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3872" y="1013851"/>
            <a:ext cx="3296256" cy="120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938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ángulo 68">
            <a:extLst>
              <a:ext uri="{FF2B5EF4-FFF2-40B4-BE49-F238E27FC236}">
                <a16:creationId xmlns:a16="http://schemas.microsoft.com/office/drawing/2014/main" id="{9BD0F81A-C342-692F-1D17-6A82F080D86C}"/>
              </a:ext>
            </a:extLst>
          </p:cNvPr>
          <p:cNvSpPr/>
          <p:nvPr/>
        </p:nvSpPr>
        <p:spPr>
          <a:xfrm>
            <a:off x="0" y="0"/>
            <a:ext cx="9144000" cy="51482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A1786FC9-E7DD-A3C0-38A5-CB4583ACE14C}"/>
              </a:ext>
            </a:extLst>
          </p:cNvPr>
          <p:cNvSpPr txBox="1">
            <a:spLocks/>
          </p:cNvSpPr>
          <p:nvPr/>
        </p:nvSpPr>
        <p:spPr>
          <a:xfrm>
            <a:off x="182887" y="598116"/>
            <a:ext cx="3835337" cy="425597"/>
          </a:xfrm>
          <a:prstGeom prst="rect">
            <a:avLst/>
          </a:prstGeom>
        </p:spPr>
        <p:txBody>
          <a:bodyPr vert="horz" lIns="68516" tIns="34259" rIns="68516" bIns="34259" rtlCol="0">
            <a:no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199"/>
              </a:lnSpc>
            </a:pPr>
            <a:r>
              <a:rPr lang="es-CO" sz="1199" dirty="0">
                <a:solidFill>
                  <a:schemeClr val="bg1"/>
                </a:solidFill>
              </a:rPr>
              <a:t>Alcanzamos resultados gracias a nuestra experiencia, capacidad analítica y enfoque en el equipo humano.</a:t>
            </a:r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id="{2146C6C9-D45D-82D2-47DD-B60E104DF70D}"/>
              </a:ext>
            </a:extLst>
          </p:cNvPr>
          <p:cNvGrpSpPr/>
          <p:nvPr/>
        </p:nvGrpSpPr>
        <p:grpSpPr>
          <a:xfrm>
            <a:off x="84178" y="1173562"/>
            <a:ext cx="4536875" cy="617003"/>
            <a:chOff x="84178" y="1255156"/>
            <a:chExt cx="4536875" cy="617003"/>
          </a:xfrm>
        </p:grpSpPr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20576C5B-34FD-31A8-24AD-E32876E7C886}"/>
                </a:ext>
              </a:extLst>
            </p:cNvPr>
            <p:cNvCxnSpPr>
              <a:cxnSpLocks/>
            </p:cNvCxnSpPr>
            <p:nvPr/>
          </p:nvCxnSpPr>
          <p:spPr>
            <a:xfrm>
              <a:off x="1745685" y="1255156"/>
              <a:ext cx="5536" cy="567752"/>
            </a:xfrm>
            <a:prstGeom prst="line">
              <a:avLst/>
            </a:prstGeom>
            <a:ln w="9525">
              <a:solidFill>
                <a:srgbClr val="212121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Grupo 51">
              <a:extLst>
                <a:ext uri="{FF2B5EF4-FFF2-40B4-BE49-F238E27FC236}">
                  <a16:creationId xmlns:a16="http://schemas.microsoft.com/office/drawing/2014/main" id="{8F056D6D-94B0-989F-2146-19EE665974D9}"/>
                </a:ext>
              </a:extLst>
            </p:cNvPr>
            <p:cNvGrpSpPr/>
            <p:nvPr/>
          </p:nvGrpSpPr>
          <p:grpSpPr>
            <a:xfrm>
              <a:off x="84178" y="1279734"/>
              <a:ext cx="1618201" cy="592425"/>
              <a:chOff x="84178" y="1279734"/>
              <a:chExt cx="1618201" cy="592425"/>
            </a:xfrm>
          </p:grpSpPr>
          <p:sp>
            <p:nvSpPr>
              <p:cNvPr id="8" name="Subtítulo 2">
                <a:extLst>
                  <a:ext uri="{FF2B5EF4-FFF2-40B4-BE49-F238E27FC236}">
                    <a16:creationId xmlns:a16="http://schemas.microsoft.com/office/drawing/2014/main" id="{6563484A-96C8-073F-BE54-1C4448F94B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2138" y="1446561"/>
                <a:ext cx="1292762" cy="425598"/>
              </a:xfrm>
              <a:prstGeom prst="rect">
                <a:avLst/>
              </a:prstGeom>
            </p:spPr>
            <p:txBody>
              <a:bodyPr vert="horz" lIns="68516" tIns="34259" rIns="68516" bIns="34259" rtlCol="0">
                <a:norm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199"/>
                  </a:lnSpc>
                </a:pPr>
                <a:r>
                  <a:rPr lang="es-CO" sz="899" dirty="0">
                    <a:solidFill>
                      <a:schemeClr val="bg1"/>
                    </a:solidFill>
                  </a:rPr>
                  <a:t>de Periferia IT </a:t>
                </a:r>
                <a:r>
                  <a:rPr lang="es-CO" sz="899" dirty="0" err="1">
                    <a:solidFill>
                      <a:schemeClr val="bg1"/>
                    </a:solidFill>
                  </a:rPr>
                  <a:t>Group</a:t>
                </a:r>
                <a:r>
                  <a:rPr lang="es-CO" sz="899" dirty="0">
                    <a:solidFill>
                      <a:schemeClr val="bg1"/>
                    </a:solidFill>
                  </a:rPr>
                  <a:t> en todo el mundo.</a:t>
                </a:r>
              </a:p>
            </p:txBody>
          </p:sp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B1680AFA-D7AB-8BC7-92FE-8C3065D037B7}"/>
                  </a:ext>
                </a:extLst>
              </p:cNvPr>
              <p:cNvSpPr txBox="1"/>
              <p:nvPr/>
            </p:nvSpPr>
            <p:spPr>
              <a:xfrm>
                <a:off x="84178" y="1279734"/>
                <a:ext cx="1618201" cy="246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199"/>
                  </a:lnSpc>
                </a:pPr>
                <a:r>
                  <a:rPr lang="es-CO" sz="1099" b="1" dirty="0">
                    <a:solidFill>
                      <a:schemeClr val="bg1"/>
                    </a:solidFill>
                  </a:rPr>
                  <a:t>+ de 1300 colaboradores </a:t>
                </a:r>
              </a:p>
            </p:txBody>
          </p:sp>
        </p:grpSp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2DC36EA6-D21F-B38C-C514-7926874E000B}"/>
                </a:ext>
              </a:extLst>
            </p:cNvPr>
            <p:cNvGrpSpPr/>
            <p:nvPr/>
          </p:nvGrpSpPr>
          <p:grpSpPr>
            <a:xfrm>
              <a:off x="1820265" y="1289196"/>
              <a:ext cx="1129815" cy="553459"/>
              <a:chOff x="1820265" y="1289196"/>
              <a:chExt cx="1129815" cy="553459"/>
            </a:xfrm>
          </p:grpSpPr>
          <p:sp>
            <p:nvSpPr>
              <p:cNvPr id="10" name="Subtítulo 2">
                <a:extLst>
                  <a:ext uri="{FF2B5EF4-FFF2-40B4-BE49-F238E27FC236}">
                    <a16:creationId xmlns:a16="http://schemas.microsoft.com/office/drawing/2014/main" id="{06F13B96-B259-F046-3A5B-DC3C851C92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38706" y="1446562"/>
                <a:ext cx="1088492" cy="396093"/>
              </a:xfrm>
              <a:prstGeom prst="rect">
                <a:avLst/>
              </a:prstGeom>
            </p:spPr>
            <p:txBody>
              <a:bodyPr vert="horz" lIns="68516" tIns="34259" rIns="68516" bIns="34259" rtlCol="0">
                <a:no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199"/>
                  </a:lnSpc>
                </a:pPr>
                <a:r>
                  <a:rPr lang="es-CO" sz="899" dirty="0">
                    <a:solidFill>
                      <a:schemeClr val="bg1"/>
                    </a:solidFill>
                  </a:rPr>
                  <a:t>como proveedores de servicios.</a:t>
                </a:r>
              </a:p>
            </p:txBody>
          </p: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DEAD53E-7125-496A-8F8D-7FA366A1BB03}"/>
                  </a:ext>
                </a:extLst>
              </p:cNvPr>
              <p:cNvSpPr txBox="1"/>
              <p:nvPr/>
            </p:nvSpPr>
            <p:spPr>
              <a:xfrm>
                <a:off x="1820265" y="1289196"/>
                <a:ext cx="1129815" cy="246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199"/>
                  </a:lnSpc>
                </a:pPr>
                <a:r>
                  <a:rPr lang="es-CO" sz="1099" b="1" dirty="0">
                    <a:solidFill>
                      <a:schemeClr val="bg1"/>
                    </a:solidFill>
                  </a:rPr>
                  <a:t>Calificación AA+</a:t>
                </a:r>
              </a:p>
            </p:txBody>
          </p:sp>
        </p:grpSp>
        <p:grpSp>
          <p:nvGrpSpPr>
            <p:cNvPr id="54" name="Grupo 53">
              <a:extLst>
                <a:ext uri="{FF2B5EF4-FFF2-40B4-BE49-F238E27FC236}">
                  <a16:creationId xmlns:a16="http://schemas.microsoft.com/office/drawing/2014/main" id="{739B6164-7945-4E7F-E5C9-A545B0F58165}"/>
                </a:ext>
              </a:extLst>
            </p:cNvPr>
            <p:cNvGrpSpPr/>
            <p:nvPr/>
          </p:nvGrpSpPr>
          <p:grpSpPr>
            <a:xfrm>
              <a:off x="3078157" y="1289196"/>
              <a:ext cx="1542896" cy="547278"/>
              <a:chOff x="3078157" y="1289196"/>
              <a:chExt cx="1542896" cy="547278"/>
            </a:xfrm>
          </p:grpSpPr>
          <p:sp>
            <p:nvSpPr>
              <p:cNvPr id="12" name="Subtítulo 2">
                <a:extLst>
                  <a:ext uri="{FF2B5EF4-FFF2-40B4-BE49-F238E27FC236}">
                    <a16:creationId xmlns:a16="http://schemas.microsoft.com/office/drawing/2014/main" id="{3069327B-3D18-C597-63E6-8DB3AE87F2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15774" y="1446562"/>
                <a:ext cx="1382246" cy="389912"/>
              </a:xfrm>
              <a:prstGeom prst="rect">
                <a:avLst/>
              </a:prstGeom>
            </p:spPr>
            <p:txBody>
              <a:bodyPr vert="horz" lIns="68516" tIns="34259" rIns="68516" bIns="34259" rtlCol="0">
                <a:no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199"/>
                  </a:lnSpc>
                </a:pPr>
                <a:r>
                  <a:rPr lang="es-CO" sz="899" dirty="0">
                    <a:solidFill>
                      <a:schemeClr val="bg1"/>
                    </a:solidFill>
                  </a:rPr>
                  <a:t>Incrementan el consumo de nuestros servicios.</a:t>
                </a:r>
              </a:p>
            </p:txBody>
          </p:sp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2DD3B11A-88F7-A077-27EB-911A3F8E156E}"/>
                  </a:ext>
                </a:extLst>
              </p:cNvPr>
              <p:cNvSpPr txBox="1"/>
              <p:nvPr/>
            </p:nvSpPr>
            <p:spPr>
              <a:xfrm>
                <a:off x="3078157" y="1289196"/>
                <a:ext cx="1542896" cy="246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199"/>
                  </a:lnSpc>
                </a:pPr>
                <a:r>
                  <a:rPr lang="es-CO" sz="1099" b="1" dirty="0">
                    <a:solidFill>
                      <a:schemeClr val="bg1"/>
                    </a:solidFill>
                  </a:rPr>
                  <a:t>+ del 89% de clientes</a:t>
                </a:r>
              </a:p>
            </p:txBody>
          </p:sp>
        </p:grp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8023CFBF-4B2B-2A23-CC54-34116C6FE983}"/>
                </a:ext>
              </a:extLst>
            </p:cNvPr>
            <p:cNvCxnSpPr>
              <a:cxnSpLocks/>
            </p:cNvCxnSpPr>
            <p:nvPr/>
          </p:nvCxnSpPr>
          <p:spPr>
            <a:xfrm>
              <a:off x="3012319" y="1255156"/>
              <a:ext cx="5536" cy="567752"/>
            </a:xfrm>
            <a:prstGeom prst="line">
              <a:avLst/>
            </a:prstGeom>
            <a:ln w="9525">
              <a:solidFill>
                <a:srgbClr val="212121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EF77B67F-C25F-CC31-66CD-B4F9FCE6929A}"/>
              </a:ext>
            </a:extLst>
          </p:cNvPr>
          <p:cNvGrpSpPr/>
          <p:nvPr/>
        </p:nvGrpSpPr>
        <p:grpSpPr>
          <a:xfrm>
            <a:off x="147101" y="1923963"/>
            <a:ext cx="5050405" cy="724416"/>
            <a:chOff x="310711" y="1717309"/>
            <a:chExt cx="5050405" cy="724416"/>
          </a:xfrm>
        </p:grpSpPr>
        <p:sp>
          <p:nvSpPr>
            <p:cNvPr id="15" name="Subtítulo 2">
              <a:extLst>
                <a:ext uri="{FF2B5EF4-FFF2-40B4-BE49-F238E27FC236}">
                  <a16:creationId xmlns:a16="http://schemas.microsoft.com/office/drawing/2014/main" id="{C795CA70-38AA-3170-80A7-983569CC095E}"/>
                </a:ext>
              </a:extLst>
            </p:cNvPr>
            <p:cNvSpPr txBox="1">
              <a:spLocks/>
            </p:cNvSpPr>
            <p:nvPr/>
          </p:nvSpPr>
          <p:spPr>
            <a:xfrm>
              <a:off x="310711" y="1717309"/>
              <a:ext cx="3257254" cy="263334"/>
            </a:xfrm>
            <a:prstGeom prst="rect">
              <a:avLst/>
            </a:prstGeom>
          </p:spPr>
          <p:txBody>
            <a:bodyPr vert="horz" lIns="68516" tIns="34259" rIns="68516" bIns="34259" rtlCol="0">
              <a:normAutofit/>
            </a:bodyPr>
            <a:lstStyle>
              <a:defPPr>
                <a:defRPr lang="es-CO"/>
              </a:defPPr>
              <a:lvl1pPr marL="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91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983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974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966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957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949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4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932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199"/>
                </a:lnSpc>
              </a:pPr>
              <a:r>
                <a:rPr lang="es-CO" sz="1199" b="1" dirty="0">
                  <a:solidFill>
                    <a:schemeClr val="bg1"/>
                  </a:solidFill>
                </a:rPr>
                <a:t>Expertos en tecnología de vanguardia</a:t>
              </a:r>
              <a:endParaRPr lang="es-CO" sz="1199" dirty="0">
                <a:solidFill>
                  <a:schemeClr val="bg1"/>
                </a:solidFill>
              </a:endParaRPr>
            </a:p>
          </p:txBody>
        </p:sp>
        <p:grpSp>
          <p:nvGrpSpPr>
            <p:cNvPr id="62" name="Grupo 61">
              <a:extLst>
                <a:ext uri="{FF2B5EF4-FFF2-40B4-BE49-F238E27FC236}">
                  <a16:creationId xmlns:a16="http://schemas.microsoft.com/office/drawing/2014/main" id="{9F0CF8C6-0385-53DA-C446-B21AFD3BC1A4}"/>
                </a:ext>
              </a:extLst>
            </p:cNvPr>
            <p:cNvGrpSpPr/>
            <p:nvPr/>
          </p:nvGrpSpPr>
          <p:grpSpPr>
            <a:xfrm>
              <a:off x="361796" y="1980060"/>
              <a:ext cx="4999320" cy="461665"/>
              <a:chOff x="202138" y="1960396"/>
              <a:chExt cx="4999320" cy="461665"/>
            </a:xfrm>
          </p:grpSpPr>
          <p:grpSp>
            <p:nvGrpSpPr>
              <p:cNvPr id="58" name="Grupo 57">
                <a:extLst>
                  <a:ext uri="{FF2B5EF4-FFF2-40B4-BE49-F238E27FC236}">
                    <a16:creationId xmlns:a16="http://schemas.microsoft.com/office/drawing/2014/main" id="{D5523CC0-1548-B3DE-4C88-B87B923C0301}"/>
                  </a:ext>
                </a:extLst>
              </p:cNvPr>
              <p:cNvGrpSpPr/>
              <p:nvPr/>
            </p:nvGrpSpPr>
            <p:grpSpPr>
              <a:xfrm>
                <a:off x="202138" y="2052729"/>
                <a:ext cx="1113355" cy="276999"/>
                <a:chOff x="202138" y="2052729"/>
                <a:chExt cx="1113355" cy="276999"/>
              </a:xfrm>
            </p:grpSpPr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322F6C58-3B1D-D213-9222-3AB62F8A3B2F}"/>
                    </a:ext>
                  </a:extLst>
                </p:cNvPr>
                <p:cNvSpPr txBox="1"/>
                <p:nvPr/>
              </p:nvSpPr>
              <p:spPr>
                <a:xfrm>
                  <a:off x="496287" y="2052729"/>
                  <a:ext cx="819206" cy="2769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 dirty="0">
                      <a:solidFill>
                        <a:schemeClr val="bg1"/>
                      </a:solidFill>
                    </a:rPr>
                    <a:t>IT </a:t>
                  </a:r>
                  <a:r>
                    <a:rPr lang="es-ES" sz="1200" dirty="0" err="1">
                      <a:solidFill>
                        <a:schemeClr val="bg1"/>
                      </a:solidFill>
                    </a:rPr>
                    <a:t>Staffing</a:t>
                  </a:r>
                  <a:endParaRPr lang="es-ES" sz="12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8" name="Gráfico 17">
                  <a:extLst>
                    <a:ext uri="{FF2B5EF4-FFF2-40B4-BE49-F238E27FC236}">
                      <a16:creationId xmlns:a16="http://schemas.microsoft.com/office/drawing/2014/main" id="{64C4E768-6A19-1327-506F-80BE59B0D4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2138" y="2071000"/>
                  <a:ext cx="327021" cy="240457"/>
                </a:xfrm>
                <a:prstGeom prst="rect">
                  <a:avLst/>
                </a:prstGeom>
              </p:spPr>
            </p:pic>
          </p:grpSp>
          <p:grpSp>
            <p:nvGrpSpPr>
              <p:cNvPr id="59" name="Grupo 58">
                <a:extLst>
                  <a:ext uri="{FF2B5EF4-FFF2-40B4-BE49-F238E27FC236}">
                    <a16:creationId xmlns:a16="http://schemas.microsoft.com/office/drawing/2014/main" id="{F9AB90C2-CA86-CD7F-26E5-5CFF9368DF5B}"/>
                  </a:ext>
                </a:extLst>
              </p:cNvPr>
              <p:cNvGrpSpPr/>
              <p:nvPr/>
            </p:nvGrpSpPr>
            <p:grpSpPr>
              <a:xfrm>
                <a:off x="1393847" y="1960396"/>
                <a:ext cx="1197968" cy="461665"/>
                <a:chOff x="1423343" y="1960396"/>
                <a:chExt cx="1197968" cy="461665"/>
              </a:xfrm>
            </p:grpSpPr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A8AEF274-AF72-586C-393D-4A0BABD5C0AC}"/>
                    </a:ext>
                  </a:extLst>
                </p:cNvPr>
                <p:cNvSpPr txBox="1"/>
                <p:nvPr/>
              </p:nvSpPr>
              <p:spPr>
                <a:xfrm>
                  <a:off x="1880193" y="1960396"/>
                  <a:ext cx="741118" cy="46166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 dirty="0">
                      <a:solidFill>
                        <a:schemeClr val="bg1"/>
                      </a:solidFill>
                    </a:rPr>
                    <a:t>Software </a:t>
                  </a:r>
                  <a:r>
                    <a:rPr lang="es-ES" sz="1200" dirty="0" err="1">
                      <a:solidFill>
                        <a:schemeClr val="bg1"/>
                      </a:solidFill>
                    </a:rPr>
                    <a:t>factory</a:t>
                  </a:r>
                  <a:endParaRPr lang="es-ES" sz="12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20" name="Gráfico 19">
                  <a:extLst>
                    <a:ext uri="{FF2B5EF4-FFF2-40B4-BE49-F238E27FC236}">
                      <a16:creationId xmlns:a16="http://schemas.microsoft.com/office/drawing/2014/main" id="{457B1EDA-9D73-E556-321A-DA9F807855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23343" y="2045588"/>
                  <a:ext cx="463890" cy="291280"/>
                </a:xfrm>
                <a:prstGeom prst="rect">
                  <a:avLst/>
                </a:prstGeom>
              </p:spPr>
            </p:pic>
          </p:grpSp>
          <p:grpSp>
            <p:nvGrpSpPr>
              <p:cNvPr id="60" name="Grupo 59">
                <a:extLst>
                  <a:ext uri="{FF2B5EF4-FFF2-40B4-BE49-F238E27FC236}">
                    <a16:creationId xmlns:a16="http://schemas.microsoft.com/office/drawing/2014/main" id="{34ADF1C2-2901-8E1C-88D2-08E5DDEE87C2}"/>
                  </a:ext>
                </a:extLst>
              </p:cNvPr>
              <p:cNvGrpSpPr/>
              <p:nvPr/>
            </p:nvGrpSpPr>
            <p:grpSpPr>
              <a:xfrm>
                <a:off x="2684750" y="1960396"/>
                <a:ext cx="1206249" cy="461665"/>
                <a:chOff x="2714246" y="1960396"/>
                <a:chExt cx="1206249" cy="461665"/>
              </a:xfrm>
            </p:grpSpPr>
            <p:sp>
              <p:nvSpPr>
                <p:cNvPr id="24" name="CuadroTexto 23">
                  <a:extLst>
                    <a:ext uri="{FF2B5EF4-FFF2-40B4-BE49-F238E27FC236}">
                      <a16:creationId xmlns:a16="http://schemas.microsoft.com/office/drawing/2014/main" id="{6DCF996F-4A8B-C06B-2BEA-42ADD4DA659A}"/>
                    </a:ext>
                  </a:extLst>
                </p:cNvPr>
                <p:cNvSpPr txBox="1"/>
                <p:nvPr/>
              </p:nvSpPr>
              <p:spPr>
                <a:xfrm>
                  <a:off x="2965767" y="1960396"/>
                  <a:ext cx="954728" cy="46166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 dirty="0" err="1">
                      <a:solidFill>
                        <a:schemeClr val="bg1"/>
                      </a:solidFill>
                    </a:rPr>
                    <a:t>Quality</a:t>
                  </a:r>
                  <a:r>
                    <a:rPr lang="es-ES" sz="120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s-ES" sz="1200" dirty="0" err="1">
                      <a:solidFill>
                        <a:schemeClr val="bg1"/>
                      </a:solidFill>
                    </a:rPr>
                    <a:t>engineering</a:t>
                  </a:r>
                  <a:endParaRPr lang="es-ES" sz="12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23" name="Gráfico 22">
                  <a:extLst>
                    <a:ext uri="{FF2B5EF4-FFF2-40B4-BE49-F238E27FC236}">
                      <a16:creationId xmlns:a16="http://schemas.microsoft.com/office/drawing/2014/main" id="{5A7344EF-FEBF-D9B5-3040-12EA25D713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714246" y="2034800"/>
                  <a:ext cx="248127" cy="312856"/>
                </a:xfrm>
                <a:prstGeom prst="rect">
                  <a:avLst/>
                </a:prstGeom>
              </p:spPr>
            </p:pic>
          </p:grp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501F26BC-822D-64B0-0EB9-AF6B56E9307F}"/>
                  </a:ext>
                </a:extLst>
              </p:cNvPr>
              <p:cNvGrpSpPr/>
              <p:nvPr/>
            </p:nvGrpSpPr>
            <p:grpSpPr>
              <a:xfrm>
                <a:off x="3926495" y="1960396"/>
                <a:ext cx="1274963" cy="461665"/>
                <a:chOff x="3975655" y="1960396"/>
                <a:chExt cx="1274963" cy="461665"/>
              </a:xfrm>
            </p:grpSpPr>
            <p:pic>
              <p:nvPicPr>
                <p:cNvPr id="26" name="Gráfico 25">
                  <a:extLst>
                    <a:ext uri="{FF2B5EF4-FFF2-40B4-BE49-F238E27FC236}">
                      <a16:creationId xmlns:a16="http://schemas.microsoft.com/office/drawing/2014/main" id="{AE41ADF6-DA02-C5F9-1ED8-11DCD5D91C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75655" y="2034800"/>
                  <a:ext cx="302068" cy="312856"/>
                </a:xfrm>
                <a:prstGeom prst="rect">
                  <a:avLst/>
                </a:prstGeom>
              </p:spPr>
            </p:pic>
            <p:sp>
              <p:nvSpPr>
                <p:cNvPr id="27" name="CuadroTexto 26">
                  <a:extLst>
                    <a:ext uri="{FF2B5EF4-FFF2-40B4-BE49-F238E27FC236}">
                      <a16:creationId xmlns:a16="http://schemas.microsoft.com/office/drawing/2014/main" id="{686D89CF-E697-5318-F1FF-7F6049C81CFE}"/>
                    </a:ext>
                  </a:extLst>
                </p:cNvPr>
                <p:cNvSpPr txBox="1"/>
                <p:nvPr/>
              </p:nvSpPr>
              <p:spPr>
                <a:xfrm>
                  <a:off x="4277723" y="1960396"/>
                  <a:ext cx="972895" cy="46166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 dirty="0" err="1">
                      <a:solidFill>
                        <a:schemeClr val="bg1"/>
                      </a:solidFill>
                    </a:rPr>
                    <a:t>Technology</a:t>
                  </a:r>
                  <a:r>
                    <a:rPr lang="es-ES" sz="120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s-ES" sz="1200" dirty="0" err="1">
                      <a:solidFill>
                        <a:schemeClr val="bg1"/>
                      </a:solidFill>
                    </a:rPr>
                    <a:t>accelerators</a:t>
                  </a:r>
                  <a:endParaRPr lang="es-ES" sz="12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76D3D8C9-DA0B-F7E9-E009-0B9178B978AB}"/>
              </a:ext>
            </a:extLst>
          </p:cNvPr>
          <p:cNvGrpSpPr/>
          <p:nvPr/>
        </p:nvGrpSpPr>
        <p:grpSpPr>
          <a:xfrm>
            <a:off x="147101" y="2942714"/>
            <a:ext cx="3669057" cy="654597"/>
            <a:chOff x="133453" y="2707395"/>
            <a:chExt cx="3669057" cy="654597"/>
          </a:xfrm>
        </p:grpSpPr>
        <p:sp>
          <p:nvSpPr>
            <p:cNvPr id="29" name="Subtítulo 2">
              <a:extLst>
                <a:ext uri="{FF2B5EF4-FFF2-40B4-BE49-F238E27FC236}">
                  <a16:creationId xmlns:a16="http://schemas.microsoft.com/office/drawing/2014/main" id="{D6608BC5-F45B-1F1B-89E6-0E5720CEBDB1}"/>
                </a:ext>
              </a:extLst>
            </p:cNvPr>
            <p:cNvSpPr txBox="1">
              <a:spLocks/>
            </p:cNvSpPr>
            <p:nvPr/>
          </p:nvSpPr>
          <p:spPr>
            <a:xfrm>
              <a:off x="133453" y="2707395"/>
              <a:ext cx="1260394" cy="263334"/>
            </a:xfrm>
            <a:prstGeom prst="rect">
              <a:avLst/>
            </a:prstGeom>
          </p:spPr>
          <p:txBody>
            <a:bodyPr vert="horz" lIns="68516" tIns="34259" rIns="68516" bIns="34259" rtlCol="0">
              <a:normAutofit/>
            </a:bodyPr>
            <a:lstStyle>
              <a:defPPr>
                <a:defRPr lang="es-CO"/>
              </a:defPPr>
              <a:lvl1pPr marL="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91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983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974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966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957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949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4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932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199"/>
                </a:lnSpc>
              </a:pPr>
              <a:r>
                <a:rPr lang="es-ES" sz="1199" b="1" dirty="0">
                  <a:solidFill>
                    <a:schemeClr val="bg1"/>
                  </a:solidFill>
                </a:rPr>
                <a:t>C</a:t>
              </a:r>
              <a:r>
                <a:rPr lang="es-CO" sz="1199" b="1" dirty="0" err="1">
                  <a:solidFill>
                    <a:schemeClr val="bg1"/>
                  </a:solidFill>
                </a:rPr>
                <a:t>ertificaciones</a:t>
              </a:r>
              <a:endParaRPr lang="es-CO" sz="1199" dirty="0">
                <a:solidFill>
                  <a:schemeClr val="bg1"/>
                </a:solidFill>
              </a:endParaRPr>
            </a:p>
          </p:txBody>
        </p:sp>
        <p:grpSp>
          <p:nvGrpSpPr>
            <p:cNvPr id="65" name="Grupo 64">
              <a:extLst>
                <a:ext uri="{FF2B5EF4-FFF2-40B4-BE49-F238E27FC236}">
                  <a16:creationId xmlns:a16="http://schemas.microsoft.com/office/drawing/2014/main" id="{6C1626F9-81C9-4877-BB73-425C2630DC80}"/>
                </a:ext>
              </a:extLst>
            </p:cNvPr>
            <p:cNvGrpSpPr/>
            <p:nvPr/>
          </p:nvGrpSpPr>
          <p:grpSpPr>
            <a:xfrm>
              <a:off x="202138" y="2992917"/>
              <a:ext cx="1178887" cy="369075"/>
              <a:chOff x="202138" y="3120734"/>
              <a:chExt cx="1178887" cy="369075"/>
            </a:xfrm>
          </p:grpSpPr>
          <p:pic>
            <p:nvPicPr>
              <p:cNvPr id="3" name="Imagen 2">
                <a:extLst>
                  <a:ext uri="{FF2B5EF4-FFF2-40B4-BE49-F238E27FC236}">
                    <a16:creationId xmlns:a16="http://schemas.microsoft.com/office/drawing/2014/main" id="{FD68354C-9B1B-059D-490C-BDEE700F8F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02138" y="3132242"/>
                <a:ext cx="417305" cy="346058"/>
              </a:xfrm>
              <a:prstGeom prst="rect">
                <a:avLst/>
              </a:prstGeom>
            </p:spPr>
          </p:pic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B035C53-B191-1A6C-175F-FA90982AACF5}"/>
                  </a:ext>
                </a:extLst>
              </p:cNvPr>
              <p:cNvSpPr txBox="1"/>
              <p:nvPr/>
            </p:nvSpPr>
            <p:spPr>
              <a:xfrm>
                <a:off x="599744" y="3120734"/>
                <a:ext cx="781281" cy="3690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ES" sz="899" dirty="0">
                    <a:solidFill>
                      <a:schemeClr val="bg1"/>
                    </a:solidFill>
                  </a:rPr>
                  <a:t>ISO</a:t>
                </a:r>
              </a:p>
              <a:p>
                <a:r>
                  <a:rPr lang="es-ES" sz="899" dirty="0">
                    <a:solidFill>
                      <a:schemeClr val="bg1"/>
                    </a:solidFill>
                  </a:rPr>
                  <a:t>27001:2022</a:t>
                </a:r>
              </a:p>
            </p:txBody>
          </p:sp>
        </p:grpSp>
        <p:grpSp>
          <p:nvGrpSpPr>
            <p:cNvPr id="64" name="Grupo 63">
              <a:extLst>
                <a:ext uri="{FF2B5EF4-FFF2-40B4-BE49-F238E27FC236}">
                  <a16:creationId xmlns:a16="http://schemas.microsoft.com/office/drawing/2014/main" id="{7C980B06-58F0-92BC-EDA9-F8DEBE7E864E}"/>
                </a:ext>
              </a:extLst>
            </p:cNvPr>
            <p:cNvGrpSpPr/>
            <p:nvPr/>
          </p:nvGrpSpPr>
          <p:grpSpPr>
            <a:xfrm>
              <a:off x="1431171" y="2992917"/>
              <a:ext cx="1173763" cy="369075"/>
              <a:chOff x="1460667" y="3120734"/>
              <a:chExt cx="1173763" cy="369075"/>
            </a:xfrm>
          </p:grpSpPr>
          <p:pic>
            <p:nvPicPr>
              <p:cNvPr id="17" name="Imagen 16">
                <a:extLst>
                  <a:ext uri="{FF2B5EF4-FFF2-40B4-BE49-F238E27FC236}">
                    <a16:creationId xmlns:a16="http://schemas.microsoft.com/office/drawing/2014/main" id="{ADBAE6E2-3C17-4CAB-AC41-FE3E0950DE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460667" y="3132242"/>
                <a:ext cx="417305" cy="346058"/>
              </a:xfrm>
              <a:prstGeom prst="rect">
                <a:avLst/>
              </a:prstGeom>
            </p:spPr>
          </p:pic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DEE6A90A-062D-F494-CCC6-FB9BC6A99F87}"/>
                  </a:ext>
                </a:extLst>
              </p:cNvPr>
              <p:cNvSpPr txBox="1"/>
              <p:nvPr/>
            </p:nvSpPr>
            <p:spPr>
              <a:xfrm>
                <a:off x="1853149" y="3120734"/>
                <a:ext cx="781281" cy="3690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ES" sz="899" dirty="0">
                    <a:solidFill>
                      <a:schemeClr val="bg1"/>
                    </a:solidFill>
                  </a:rPr>
                  <a:t>ISO</a:t>
                </a:r>
              </a:p>
              <a:p>
                <a:r>
                  <a:rPr lang="es-ES" sz="899" dirty="0">
                    <a:solidFill>
                      <a:schemeClr val="bg1"/>
                    </a:solidFill>
                  </a:rPr>
                  <a:t>9001:2015</a:t>
                </a:r>
              </a:p>
            </p:txBody>
          </p:sp>
        </p:grpSp>
        <p:grpSp>
          <p:nvGrpSpPr>
            <p:cNvPr id="63" name="Grupo 62">
              <a:extLst>
                <a:ext uri="{FF2B5EF4-FFF2-40B4-BE49-F238E27FC236}">
                  <a16:creationId xmlns:a16="http://schemas.microsoft.com/office/drawing/2014/main" id="{0580AA48-7A3C-47E6-9EB4-6D3B6EAB8428}"/>
                </a:ext>
              </a:extLst>
            </p:cNvPr>
            <p:cNvGrpSpPr/>
            <p:nvPr/>
          </p:nvGrpSpPr>
          <p:grpSpPr>
            <a:xfrm>
              <a:off x="2630707" y="2992917"/>
              <a:ext cx="1171803" cy="369075"/>
              <a:chOff x="2699531" y="3120734"/>
              <a:chExt cx="1171803" cy="369075"/>
            </a:xfrm>
          </p:grpSpPr>
          <p:pic>
            <p:nvPicPr>
              <p:cNvPr id="22" name="Imagen 21">
                <a:extLst>
                  <a:ext uri="{FF2B5EF4-FFF2-40B4-BE49-F238E27FC236}">
                    <a16:creationId xmlns:a16="http://schemas.microsoft.com/office/drawing/2014/main" id="{C87D3374-C136-2F87-4CDA-A0E9242D23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99531" y="3132242"/>
                <a:ext cx="417305" cy="346058"/>
              </a:xfrm>
              <a:prstGeom prst="rect">
                <a:avLst/>
              </a:prstGeom>
            </p:spPr>
          </p:pic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3D3E6686-7229-6F83-C1D3-E5EDE1CF4898}"/>
                  </a:ext>
                </a:extLst>
              </p:cNvPr>
              <p:cNvSpPr txBox="1"/>
              <p:nvPr/>
            </p:nvSpPr>
            <p:spPr>
              <a:xfrm>
                <a:off x="3090053" y="3120734"/>
                <a:ext cx="781281" cy="3690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ES" sz="899" dirty="0">
                    <a:solidFill>
                      <a:schemeClr val="bg1"/>
                    </a:solidFill>
                  </a:rPr>
                  <a:t>ISO/IEC</a:t>
                </a:r>
              </a:p>
              <a:p>
                <a:r>
                  <a:rPr lang="es-ES" sz="899" dirty="0">
                    <a:solidFill>
                      <a:schemeClr val="bg1"/>
                    </a:solidFill>
                  </a:rPr>
                  <a:t>27032:2023</a:t>
                </a:r>
              </a:p>
            </p:txBody>
          </p:sp>
        </p:grp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8B7D4922-2582-7F22-8496-EEAD4DFF84BE}"/>
              </a:ext>
            </a:extLst>
          </p:cNvPr>
          <p:cNvGrpSpPr/>
          <p:nvPr/>
        </p:nvGrpSpPr>
        <p:grpSpPr>
          <a:xfrm>
            <a:off x="133453" y="3886440"/>
            <a:ext cx="4775558" cy="1058448"/>
            <a:chOff x="133453" y="3886440"/>
            <a:chExt cx="4775558" cy="1058448"/>
          </a:xfrm>
        </p:grpSpPr>
        <p:sp>
          <p:nvSpPr>
            <p:cNvPr id="30" name="Subtítulo 2">
              <a:extLst>
                <a:ext uri="{FF2B5EF4-FFF2-40B4-BE49-F238E27FC236}">
                  <a16:creationId xmlns:a16="http://schemas.microsoft.com/office/drawing/2014/main" id="{24C0C7BF-C30D-298F-3F0C-E986C727431B}"/>
                </a:ext>
              </a:extLst>
            </p:cNvPr>
            <p:cNvSpPr txBox="1">
              <a:spLocks/>
            </p:cNvSpPr>
            <p:nvPr/>
          </p:nvSpPr>
          <p:spPr>
            <a:xfrm>
              <a:off x="133453" y="3886440"/>
              <a:ext cx="3059505" cy="414731"/>
            </a:xfrm>
            <a:prstGeom prst="rect">
              <a:avLst/>
            </a:prstGeom>
          </p:spPr>
          <p:txBody>
            <a:bodyPr vert="horz" lIns="68516" tIns="34259" rIns="68516" bIns="34259" rtlCol="0">
              <a:noAutofit/>
            </a:bodyPr>
            <a:lstStyle>
              <a:defPPr>
                <a:defRPr lang="es-CO"/>
              </a:defPPr>
              <a:lvl1pPr marL="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91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983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974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966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957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949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4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932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1199"/>
                </a:lnSpc>
              </a:pPr>
              <a:r>
                <a:rPr lang="es-CO" sz="1199" b="1" dirty="0">
                  <a:solidFill>
                    <a:schemeClr val="bg1"/>
                  </a:solidFill>
                </a:rPr>
                <a:t>Forma parte de este grupo de clientes que evoluciona sus empresas</a:t>
              </a:r>
            </a:p>
          </p:txBody>
        </p:sp>
        <p:grpSp>
          <p:nvGrpSpPr>
            <p:cNvPr id="31" name="Grupo 30">
              <a:extLst>
                <a:ext uri="{FF2B5EF4-FFF2-40B4-BE49-F238E27FC236}">
                  <a16:creationId xmlns:a16="http://schemas.microsoft.com/office/drawing/2014/main" id="{E0FE7441-031C-3259-72A3-179B33718C39}"/>
                </a:ext>
              </a:extLst>
            </p:cNvPr>
            <p:cNvGrpSpPr/>
            <p:nvPr/>
          </p:nvGrpSpPr>
          <p:grpSpPr>
            <a:xfrm>
              <a:off x="185289" y="4306410"/>
              <a:ext cx="4723722" cy="638478"/>
              <a:chOff x="224972" y="4221577"/>
              <a:chExt cx="4676550" cy="724444"/>
            </a:xfrm>
          </p:grpSpPr>
          <p:pic>
            <p:nvPicPr>
              <p:cNvPr id="32" name="Imagen 31">
                <a:extLst>
                  <a:ext uri="{FF2B5EF4-FFF2-40B4-BE49-F238E27FC236}">
                    <a16:creationId xmlns:a16="http://schemas.microsoft.com/office/drawing/2014/main" id="{054ECC65-CBA0-5D45-7BEF-9219621923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24972" y="4341726"/>
                <a:ext cx="706116" cy="96289"/>
              </a:xfrm>
              <a:prstGeom prst="rect">
                <a:avLst/>
              </a:prstGeom>
            </p:spPr>
          </p:pic>
          <p:pic>
            <p:nvPicPr>
              <p:cNvPr id="33" name="Imagen 32">
                <a:extLst>
                  <a:ext uri="{FF2B5EF4-FFF2-40B4-BE49-F238E27FC236}">
                    <a16:creationId xmlns:a16="http://schemas.microsoft.com/office/drawing/2014/main" id="{4ADA94B0-4E60-BC5A-AE51-9362B42525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392208" y="4313670"/>
                <a:ext cx="485775" cy="152400"/>
              </a:xfrm>
              <a:prstGeom prst="rect">
                <a:avLst/>
              </a:prstGeom>
            </p:spPr>
          </p:pic>
          <p:pic>
            <p:nvPicPr>
              <p:cNvPr id="34" name="Imagen 33" descr="Texto&#10;&#10;Descripción generada automáticamente">
                <a:extLst>
                  <a:ext uri="{FF2B5EF4-FFF2-40B4-BE49-F238E27FC236}">
                    <a16:creationId xmlns:a16="http://schemas.microsoft.com/office/drawing/2014/main" id="{B388922D-4876-935C-940E-49FBE8D464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605954" y="4632605"/>
                <a:ext cx="471180" cy="173974"/>
              </a:xfrm>
              <a:prstGeom prst="rect">
                <a:avLst/>
              </a:prstGeom>
            </p:spPr>
          </p:pic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1C5ECEAC-3F41-9D80-2EAB-AFEFD9EED5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800765" y="4303925"/>
                <a:ext cx="485775" cy="171890"/>
              </a:xfrm>
              <a:prstGeom prst="rect">
                <a:avLst/>
              </a:prstGeom>
            </p:spPr>
          </p:pic>
          <p:pic>
            <p:nvPicPr>
              <p:cNvPr id="36" name="Imagen 35">
                <a:extLst>
                  <a:ext uri="{FF2B5EF4-FFF2-40B4-BE49-F238E27FC236}">
                    <a16:creationId xmlns:a16="http://schemas.microsoft.com/office/drawing/2014/main" id="{CCF1CC28-2252-72BF-86A2-346370327F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070135" y="4327307"/>
                <a:ext cx="693005" cy="125126"/>
              </a:xfrm>
              <a:prstGeom prst="rect">
                <a:avLst/>
              </a:prstGeom>
            </p:spPr>
          </p:pic>
          <p:pic>
            <p:nvPicPr>
              <p:cNvPr id="37" name="Imagen 36">
                <a:extLst>
                  <a:ext uri="{FF2B5EF4-FFF2-40B4-BE49-F238E27FC236}">
                    <a16:creationId xmlns:a16="http://schemas.microsoft.com/office/drawing/2014/main" id="{617F3E92-6323-B46E-97EC-3DA27FCF00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924369" y="4291996"/>
                <a:ext cx="630742" cy="195748"/>
              </a:xfrm>
              <a:prstGeom prst="rect">
                <a:avLst/>
              </a:prstGeom>
            </p:spPr>
          </p:pic>
          <p:pic>
            <p:nvPicPr>
              <p:cNvPr id="38" name="Imagen 37" descr="Logotipo&#10;&#10;Descripción generada automáticamente">
                <a:extLst>
                  <a:ext uri="{FF2B5EF4-FFF2-40B4-BE49-F238E27FC236}">
                    <a16:creationId xmlns:a16="http://schemas.microsoft.com/office/drawing/2014/main" id="{F3E06ACC-1A38-5E05-C4B8-7C8ACAAEA1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539095" y="4310390"/>
                <a:ext cx="604898" cy="158960"/>
              </a:xfrm>
              <a:prstGeom prst="rect">
                <a:avLst/>
              </a:prstGeom>
            </p:spPr>
          </p:pic>
          <p:pic>
            <p:nvPicPr>
              <p:cNvPr id="39" name="Imagen 38" descr="Logotipo&#10;&#10;Descripción generada automáticamente con confianza media">
                <a:extLst>
                  <a:ext uri="{FF2B5EF4-FFF2-40B4-BE49-F238E27FC236}">
                    <a16:creationId xmlns:a16="http://schemas.microsoft.com/office/drawing/2014/main" id="{886030E8-9803-7942-AB14-37925FD3F4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399" y="4609373"/>
                <a:ext cx="625262" cy="220439"/>
              </a:xfrm>
              <a:prstGeom prst="rect">
                <a:avLst/>
              </a:prstGeom>
            </p:spPr>
          </p:pic>
          <p:pic>
            <p:nvPicPr>
              <p:cNvPr id="40" name="Imagen 39">
                <a:extLst>
                  <a:ext uri="{FF2B5EF4-FFF2-40B4-BE49-F238E27FC236}">
                    <a16:creationId xmlns:a16="http://schemas.microsoft.com/office/drawing/2014/main" id="{E9EE6FBC-EB79-F5FE-C380-FD2E883EAF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263887" y="4582921"/>
                <a:ext cx="305500" cy="273342"/>
              </a:xfrm>
              <a:prstGeom prst="rect">
                <a:avLst/>
              </a:prstGeom>
            </p:spPr>
          </p:pic>
          <p:pic>
            <p:nvPicPr>
              <p:cNvPr id="41" name="Imagen 40">
                <a:extLst>
                  <a:ext uri="{FF2B5EF4-FFF2-40B4-BE49-F238E27FC236}">
                    <a16:creationId xmlns:a16="http://schemas.microsoft.com/office/drawing/2014/main" id="{926C8D51-90C0-1F70-2996-D1A6A76F2E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961505" y="4633243"/>
                <a:ext cx="556470" cy="172698"/>
              </a:xfrm>
              <a:prstGeom prst="rect">
                <a:avLst/>
              </a:prstGeom>
            </p:spPr>
          </p:pic>
          <p:pic>
            <p:nvPicPr>
              <p:cNvPr id="42" name="Imagen 41">
                <a:extLst>
                  <a:ext uri="{FF2B5EF4-FFF2-40B4-BE49-F238E27FC236}">
                    <a16:creationId xmlns:a16="http://schemas.microsoft.com/office/drawing/2014/main" id="{76C1F26E-DC38-5D8D-B52D-29AA87A8A6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890902" y="4619515"/>
                <a:ext cx="305500" cy="200155"/>
              </a:xfrm>
              <a:prstGeom prst="rect">
                <a:avLst/>
              </a:prstGeom>
            </p:spPr>
          </p:pic>
          <p:pic>
            <p:nvPicPr>
              <p:cNvPr id="43" name="Imagen 42">
                <a:extLst>
                  <a:ext uri="{FF2B5EF4-FFF2-40B4-BE49-F238E27FC236}">
                    <a16:creationId xmlns:a16="http://schemas.microsoft.com/office/drawing/2014/main" id="{DB066898-FE04-7C18-681D-9B283331C0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368669" y="4655968"/>
                <a:ext cx="532853" cy="127248"/>
              </a:xfrm>
              <a:prstGeom prst="rect">
                <a:avLst/>
              </a:prstGeom>
            </p:spPr>
          </p:pic>
          <p:cxnSp>
            <p:nvCxnSpPr>
              <p:cNvPr id="44" name="Conector recto 43">
                <a:extLst>
                  <a:ext uri="{FF2B5EF4-FFF2-40B4-BE49-F238E27FC236}">
                    <a16:creationId xmlns:a16="http://schemas.microsoft.com/office/drawing/2014/main" id="{DF404E1B-2BA7-53A7-4B0D-A80D343C18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7942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recto 44">
                <a:extLst>
                  <a:ext uri="{FF2B5EF4-FFF2-40B4-BE49-F238E27FC236}">
                    <a16:creationId xmlns:a16="http://schemas.microsoft.com/office/drawing/2014/main" id="{09983206-0556-C4AC-14D3-16853D2046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557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recto 45">
                <a:extLst>
                  <a:ext uri="{FF2B5EF4-FFF2-40B4-BE49-F238E27FC236}">
                    <a16:creationId xmlns:a16="http://schemas.microsoft.com/office/drawing/2014/main" id="{CA9085DD-1AFE-72E0-93AD-944BF31D33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4197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ector recto 46">
                <a:extLst>
                  <a:ext uri="{FF2B5EF4-FFF2-40B4-BE49-F238E27FC236}">
                    <a16:creationId xmlns:a16="http://schemas.microsoft.com/office/drawing/2014/main" id="{D7EB1D0E-3BA0-3909-878E-B1F57325BA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20384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ector recto 47">
                <a:extLst>
                  <a:ext uri="{FF2B5EF4-FFF2-40B4-BE49-F238E27FC236}">
                    <a16:creationId xmlns:a16="http://schemas.microsoft.com/office/drawing/2014/main" id="{5B838F8B-ACAB-678D-B73F-B0E6363319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56072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9" name="CuadroTexto 48">
            <a:extLst>
              <a:ext uri="{FF2B5EF4-FFF2-40B4-BE49-F238E27FC236}">
                <a16:creationId xmlns:a16="http://schemas.microsoft.com/office/drawing/2014/main" id="{F1D894EB-BF9B-4DFE-27C4-CAE58F19FCB3}"/>
              </a:ext>
            </a:extLst>
          </p:cNvPr>
          <p:cNvSpPr txBox="1"/>
          <p:nvPr/>
        </p:nvSpPr>
        <p:spPr>
          <a:xfrm>
            <a:off x="6503747" y="4063912"/>
            <a:ext cx="2418232" cy="402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1199"/>
              </a:lnSpc>
            </a:pPr>
            <a:r>
              <a:rPr lang="es-CO" sz="1199" b="1" dirty="0">
                <a:solidFill>
                  <a:schemeClr val="bg1"/>
                </a:solidFill>
              </a:rPr>
              <a:t>Desafiamos barreras, </a:t>
            </a:r>
          </a:p>
          <a:p>
            <a:pPr algn="r">
              <a:lnSpc>
                <a:spcPts val="1199"/>
              </a:lnSpc>
            </a:pPr>
            <a:r>
              <a:rPr lang="es-CO" sz="1199" b="1" dirty="0">
                <a:solidFill>
                  <a:schemeClr val="bg1"/>
                </a:solidFill>
              </a:rPr>
              <a:t>brindando respaldo internacional </a:t>
            </a:r>
          </a:p>
        </p:txBody>
      </p:sp>
      <p:pic>
        <p:nvPicPr>
          <p:cNvPr id="51" name="Imagen 50">
            <a:extLst>
              <a:ext uri="{FF2B5EF4-FFF2-40B4-BE49-F238E27FC236}">
                <a16:creationId xmlns:a16="http://schemas.microsoft.com/office/drawing/2014/main" id="{BAD37AEA-30C9-8653-4491-30E60AB2E3EA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7273" y="4562897"/>
            <a:ext cx="3034706" cy="381991"/>
          </a:xfrm>
          <a:prstGeom prst="rect">
            <a:avLst/>
          </a:prstGeom>
        </p:spPr>
      </p:pic>
      <p:sp>
        <p:nvSpPr>
          <p:cNvPr id="57" name="Subtítulo 2">
            <a:extLst>
              <a:ext uri="{FF2B5EF4-FFF2-40B4-BE49-F238E27FC236}">
                <a16:creationId xmlns:a16="http://schemas.microsoft.com/office/drawing/2014/main" id="{43B76E3A-ECA9-8AE0-63C6-3803AC4D269B}"/>
              </a:ext>
            </a:extLst>
          </p:cNvPr>
          <p:cNvSpPr txBox="1">
            <a:spLocks/>
          </p:cNvSpPr>
          <p:nvPr/>
        </p:nvSpPr>
        <p:spPr>
          <a:xfrm>
            <a:off x="6454553" y="2573338"/>
            <a:ext cx="2418232" cy="763002"/>
          </a:xfrm>
          <a:prstGeom prst="rect">
            <a:avLst/>
          </a:prstGeom>
        </p:spPr>
        <p:txBody>
          <a:bodyPr vert="horz" lIns="68516" tIns="34259" rIns="68516" bIns="34259" rtlCol="0">
            <a:no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600"/>
              </a:lnSpc>
            </a:pPr>
            <a:r>
              <a:rPr lang="es-CO" sz="1700" b="1" dirty="0">
                <a:solidFill>
                  <a:schemeClr val="bg1"/>
                </a:solidFill>
              </a:rPr>
              <a:t>+ de </a:t>
            </a:r>
            <a:r>
              <a:rPr lang="es-CO" sz="1700" b="1">
                <a:solidFill>
                  <a:schemeClr val="bg1"/>
                </a:solidFill>
              </a:rPr>
              <a:t>20</a:t>
            </a:r>
            <a:r>
              <a:rPr lang="es-CO" sz="1700" b="1" dirty="0">
                <a:solidFill>
                  <a:schemeClr val="bg1"/>
                </a:solidFill>
              </a:rPr>
              <a:t> años brindando soluciones de tecnología a proyectos y negocios.</a:t>
            </a:r>
          </a:p>
        </p:txBody>
      </p:sp>
      <p:pic>
        <p:nvPicPr>
          <p:cNvPr id="28" name="Imagen 1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D0A45F19-9D04-1FBC-31CA-4476D4C4097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00" y="193470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856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416AEF1-A44E-8640-8F31-AE08F933AA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9999" y="-8869"/>
            <a:ext cx="9183999" cy="5166000"/>
          </a:xfrm>
        </p:spPr>
      </p:pic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144E798A-E2D6-13E4-90EB-A3218F2EC31A}"/>
              </a:ext>
            </a:extLst>
          </p:cNvPr>
          <p:cNvSpPr txBox="1">
            <a:spLocks/>
          </p:cNvSpPr>
          <p:nvPr/>
        </p:nvSpPr>
        <p:spPr>
          <a:xfrm>
            <a:off x="356790" y="1307939"/>
            <a:ext cx="3758009" cy="6944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s-CO" sz="2000" b="1" dirty="0">
                <a:solidFill>
                  <a:srgbClr val="15601D"/>
                </a:solidFill>
                <a:latin typeface="Arial Black" panose="020B0604020202020204" pitchFamily="34" charset="0"/>
                <a:cs typeface="Calibri" panose="020F0502020204030204" pitchFamily="34" charset="0"/>
              </a:rPr>
              <a:t>Confidencialidad de la Propuesta</a:t>
            </a:r>
            <a:endParaRPr lang="es-CO" sz="2200" b="1" dirty="0">
              <a:solidFill>
                <a:srgbClr val="15601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169E2F9-926E-6AB7-3FA3-6F585771A333}"/>
              </a:ext>
            </a:extLst>
          </p:cNvPr>
          <p:cNvSpPr txBox="1"/>
          <p:nvPr/>
        </p:nvSpPr>
        <p:spPr>
          <a:xfrm>
            <a:off x="356790" y="2155454"/>
            <a:ext cx="397011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600" dirty="0"/>
              <a:t>El contenido de la presente propuesta es de carácter confidencial entre </a:t>
            </a:r>
            <a:r>
              <a:rPr lang="es-MX" sz="1600" b="1" dirty="0"/>
              <a:t>CBIT </a:t>
            </a:r>
            <a:r>
              <a:rPr lang="es-MX" sz="1600" dirty="0"/>
              <a:t>y </a:t>
            </a:r>
            <a:r>
              <a:rPr lang="es-MX" sz="1600" dirty="0">
                <a:solidFill>
                  <a:schemeClr val="accent1"/>
                </a:solidFill>
              </a:rPr>
              <a:t>XXXXXXXXXX</a:t>
            </a:r>
            <a:r>
              <a:rPr lang="es-MX" sz="1600" dirty="0"/>
              <a:t>; en caso de utilizar o disponer de la solución, es indispensable una autorización previa firma por el representante legal de </a:t>
            </a:r>
            <a:r>
              <a:rPr lang="es-MX" sz="1600" b="1" dirty="0"/>
              <a:t>CBIT</a:t>
            </a:r>
            <a:r>
              <a:rPr lang="es-MX" sz="1600" dirty="0"/>
              <a:t>.</a:t>
            </a:r>
          </a:p>
        </p:txBody>
      </p:sp>
      <p:pic>
        <p:nvPicPr>
          <p:cNvPr id="2" name="Imagen 1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43BD7BC7-ED82-924B-9CF0-0878445ACE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00" y="193470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542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3FBD9DB7-BE45-C48C-01E3-0928F22E9D62}"/>
              </a:ext>
            </a:extLst>
          </p:cNvPr>
          <p:cNvSpPr/>
          <p:nvPr/>
        </p:nvSpPr>
        <p:spPr>
          <a:xfrm>
            <a:off x="0" y="0"/>
            <a:ext cx="9144000" cy="51482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B868673C-19F4-1216-9FA8-0F63E5450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649" y="613117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Objetivo del Servicio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398096-7B7E-6303-C785-CF7C90685067}"/>
              </a:ext>
            </a:extLst>
          </p:cNvPr>
          <p:cNvSpPr txBox="1"/>
          <p:nvPr/>
        </p:nvSpPr>
        <p:spPr>
          <a:xfrm>
            <a:off x="431649" y="996300"/>
            <a:ext cx="8410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200" dirty="0"/>
              <a:t>Presentar a </a:t>
            </a:r>
            <a:r>
              <a:rPr lang="es-ES" sz="1200" dirty="0">
                <a:solidFill>
                  <a:schemeClr val="accent1"/>
                </a:solidFill>
                <a:ea typeface="Calibri"/>
                <a:cs typeface="Calibri"/>
              </a:rPr>
              <a:t>XXXXXXXXXX</a:t>
            </a:r>
            <a:r>
              <a:rPr lang="es-CO" sz="1200" dirty="0"/>
              <a:t> los servicios de xxxxxxxxxxxxxxxxxxxxxxxxxxxxxxxxxxxxxxxxxxxxxxxxxxxxxxxxxxxxxxxxxxxxxxxxxxxxxxxxxxxxxxxxxxxxxxxxxxxxxxxxxxxxxxxxxxxxxxxxxxxxxxxxxxxxxxxxxxxxxxxxxxxxxxxxxxxxxxxxxxxxxxxxxxxxx. 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EB60FE6F-5678-0B74-1614-DC26AFA14005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AFC1753C-561B-AF63-A7FA-2964B2A0677A}"/>
              </a:ext>
            </a:extLst>
          </p:cNvPr>
          <p:cNvSpPr/>
          <p:nvPr/>
        </p:nvSpPr>
        <p:spPr>
          <a:xfrm>
            <a:off x="431649" y="1693264"/>
            <a:ext cx="8141835" cy="1091661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02AE3E"/>
              </a:gs>
              <a:gs pos="100000">
                <a:srgbClr val="1D5180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91440" bIns="0" rtlCol="0" anchor="ctr"/>
          <a:lstStyle/>
          <a:p>
            <a:pPr algn="just"/>
            <a:r>
              <a:rPr lang="es-ES" sz="1200">
                <a:solidFill>
                  <a:schemeClr val="bg1"/>
                </a:solidFill>
                <a:cs typeface="Arial"/>
              </a:rPr>
              <a:t>Xxxxxxxxxxxxxxxxxxxxxxxxxxxxxxxxxxxxxxxxxxxxxxxxxxxxxxxxxxxxxxxxxxxxxxxxxxxxxxxxxxxxxxxxxxxxxxxxxxxxxxxxxxxxxxxxxxxxxxxxxxxxxxxxxxxxxxxxxxxxxxxxxxxxxxxxxxxxxxxxxxxxx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FA14E07-A4E0-B347-0E2E-49421AC8FEB5}"/>
              </a:ext>
            </a:extLst>
          </p:cNvPr>
          <p:cNvSpPr txBox="1">
            <a:spLocks/>
          </p:cNvSpPr>
          <p:nvPr/>
        </p:nvSpPr>
        <p:spPr>
          <a:xfrm>
            <a:off x="564836" y="2229044"/>
            <a:ext cx="597187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AS-IS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1E79CC-8F60-76AF-6830-85B9BFCF0671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rcRect/>
          <a:stretch/>
        </p:blipFill>
        <p:spPr>
          <a:xfrm>
            <a:off x="667153" y="1813738"/>
            <a:ext cx="366178" cy="364785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B1B0C7C-1FE4-2C33-FE39-9E3E47247903}"/>
              </a:ext>
            </a:extLst>
          </p:cNvPr>
          <p:cNvSpPr/>
          <p:nvPr/>
        </p:nvSpPr>
        <p:spPr>
          <a:xfrm>
            <a:off x="431650" y="2834069"/>
            <a:ext cx="8141834" cy="1262970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02AE3E"/>
              </a:gs>
              <a:gs pos="100000">
                <a:srgbClr val="1D5180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91440" bIns="0" rtlCol="0" anchor="ctr"/>
          <a:lstStyle/>
          <a:p>
            <a:pPr algn="just"/>
            <a:r>
              <a:rPr lang="es-ES" sz="1200">
                <a:solidFill>
                  <a:schemeClr val="bg1"/>
                </a:solidFill>
                <a:cs typeface="Arial"/>
              </a:rPr>
              <a:t>Xxxxxxxxxxxxxxxxxxxxxxxxxxxxxxxxxxxxxxxxxxxxxxxxxxxxxxxxxxxxxxxxxxxxxxxxxxxxxxxxxxxxxxxxxxxxxxxxxxxxxxxxxxxxxxxxxxxxxxxxxxxxxxxxxxxxxxxxxxxxxxxxxxxxxxxxxxxxxxxxxxxxx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6E2A7BBE-6717-2741-7BCA-E132F550A6DB}"/>
              </a:ext>
            </a:extLst>
          </p:cNvPr>
          <p:cNvSpPr txBox="1">
            <a:spLocks/>
          </p:cNvSpPr>
          <p:nvPr/>
        </p:nvSpPr>
        <p:spPr>
          <a:xfrm>
            <a:off x="564836" y="3350638"/>
            <a:ext cx="608165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600" b="1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s-ES" sz="1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-Be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D3E04A2-40E9-99B2-53DE-A3CBF3CE9CEF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rcRect/>
          <a:stretch/>
        </p:blipFill>
        <p:spPr>
          <a:xfrm>
            <a:off x="638747" y="2984460"/>
            <a:ext cx="354022" cy="366178"/>
          </a:xfrm>
          <a:prstGeom prst="rect">
            <a:avLst/>
          </a:prstGeom>
        </p:spPr>
      </p:pic>
      <p:sp>
        <p:nvSpPr>
          <p:cNvPr id="14" name="Redondear rectángulo de esquina diagonal 14">
            <a:extLst>
              <a:ext uri="{FF2B5EF4-FFF2-40B4-BE49-F238E27FC236}">
                <a16:creationId xmlns:a16="http://schemas.microsoft.com/office/drawing/2014/main" id="{F18425BF-0899-A0F2-EC0C-CD7814FE84EB}"/>
              </a:ext>
            </a:extLst>
          </p:cNvPr>
          <p:cNvSpPr/>
          <p:nvPr/>
        </p:nvSpPr>
        <p:spPr>
          <a:xfrm>
            <a:off x="4173270" y="4535953"/>
            <a:ext cx="4899660" cy="568047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504000" tIns="0" rIns="0" bIns="0" rtlCol="0" anchor="ctr"/>
          <a:lstStyle/>
          <a:p>
            <a:r>
              <a:rPr lang="es-ES" sz="1050" i="1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La propuesta se presenta de acuerdo con el documento </a:t>
            </a:r>
            <a:r>
              <a:rPr lang="es-ES" sz="1050" dirty="0">
                <a:solidFill>
                  <a:srgbClr val="333333"/>
                </a:solidFill>
                <a:ea typeface="+mn-lt"/>
                <a:cs typeface="+mn-lt"/>
              </a:rPr>
              <a:t>ORDEN DE SERVICIO No. 90274027</a:t>
            </a:r>
            <a:endParaRPr lang="es-ES" sz="1050" i="1" dirty="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19655519-03E0-240F-4305-8C33670AFF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8563" y="4658257"/>
            <a:ext cx="323437" cy="323437"/>
          </a:xfrm>
          <a:prstGeom prst="rect">
            <a:avLst/>
          </a:prstGeom>
        </p:spPr>
      </p:pic>
      <p:pic>
        <p:nvPicPr>
          <p:cNvPr id="10" name="Imagen 9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0BE5B58D-33E9-CEEA-1677-6C1AF908F3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342" y="183626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341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EAA813-2605-A80A-A94A-E3C96DC63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9EC1527C-F88D-D51B-E61A-85921A8520D3}"/>
              </a:ext>
            </a:extLst>
          </p:cNvPr>
          <p:cNvSpPr/>
          <p:nvPr/>
        </p:nvSpPr>
        <p:spPr>
          <a:xfrm>
            <a:off x="0" y="0"/>
            <a:ext cx="9144000" cy="51482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C0C4613F-2E18-238C-9B63-2D5E4D9C4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293" y="476623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CO" sz="2200" b="1" err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Roadmap</a:t>
            </a: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del Servicio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7AB9324-39EC-66EE-CD8A-EAFD4B7B9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782" y="672810"/>
            <a:ext cx="346983" cy="28183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ECA2C06-4A33-5C34-2E14-96679C947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098" y="1121910"/>
            <a:ext cx="1603457" cy="803316"/>
          </a:xfrm>
          <a:prstGeom prst="rect">
            <a:avLst/>
          </a:prstGeom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0F281D83-41F3-123F-4448-02C680A7A732}"/>
              </a:ext>
            </a:extLst>
          </p:cNvPr>
          <p:cNvCxnSpPr>
            <a:cxnSpLocks/>
          </p:cNvCxnSpPr>
          <p:nvPr/>
        </p:nvCxnSpPr>
        <p:spPr>
          <a:xfrm>
            <a:off x="1359937" y="1968088"/>
            <a:ext cx="0" cy="2941535"/>
          </a:xfrm>
          <a:prstGeom prst="line">
            <a:avLst/>
          </a:prstGeom>
          <a:ln w="38100">
            <a:solidFill>
              <a:srgbClr val="1D527F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F6F71DF-5EB6-683A-C176-44E9E6CFF486}"/>
              </a:ext>
            </a:extLst>
          </p:cNvPr>
          <p:cNvCxnSpPr>
            <a:cxnSpLocks/>
          </p:cNvCxnSpPr>
          <p:nvPr/>
        </p:nvCxnSpPr>
        <p:spPr>
          <a:xfrm>
            <a:off x="2927895" y="1968087"/>
            <a:ext cx="12660" cy="1385185"/>
          </a:xfrm>
          <a:prstGeom prst="line">
            <a:avLst/>
          </a:prstGeom>
          <a:ln w="38100">
            <a:solidFill>
              <a:srgbClr val="00AB38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F4D375AC-7C2C-548B-23F6-61AE048E0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921545" y="3396133"/>
            <a:ext cx="1603457" cy="803316"/>
          </a:xfrm>
          <a:prstGeom prst="rect">
            <a:avLst/>
          </a:prstGeom>
        </p:spPr>
      </p:pic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5135B70-81F4-3209-36F6-904A8854A8DB}"/>
              </a:ext>
            </a:extLst>
          </p:cNvPr>
          <p:cNvCxnSpPr>
            <a:cxnSpLocks/>
          </p:cNvCxnSpPr>
          <p:nvPr/>
        </p:nvCxnSpPr>
        <p:spPr>
          <a:xfrm>
            <a:off x="4473664" y="1925226"/>
            <a:ext cx="12660" cy="1385185"/>
          </a:xfrm>
          <a:prstGeom prst="line">
            <a:avLst/>
          </a:prstGeom>
          <a:ln w="38100">
            <a:solidFill>
              <a:srgbClr val="1D527F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n 13">
            <a:extLst>
              <a:ext uri="{FF2B5EF4-FFF2-40B4-BE49-F238E27FC236}">
                <a16:creationId xmlns:a16="http://schemas.microsoft.com/office/drawing/2014/main" id="{AB39F647-74D8-2FE1-D614-CCBC594F8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123" y="1079049"/>
            <a:ext cx="1603457" cy="803316"/>
          </a:xfrm>
          <a:prstGeom prst="rect">
            <a:avLst/>
          </a:prstGeom>
        </p:spPr>
      </p:pic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C2793418-4326-95D3-6FD5-250D3DACF286}"/>
              </a:ext>
            </a:extLst>
          </p:cNvPr>
          <p:cNvCxnSpPr>
            <a:cxnSpLocks/>
          </p:cNvCxnSpPr>
          <p:nvPr/>
        </p:nvCxnSpPr>
        <p:spPr>
          <a:xfrm>
            <a:off x="6044920" y="1925226"/>
            <a:ext cx="12660" cy="1385185"/>
          </a:xfrm>
          <a:prstGeom prst="line">
            <a:avLst/>
          </a:prstGeom>
          <a:ln w="38100">
            <a:solidFill>
              <a:srgbClr val="00AB38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n 15">
            <a:extLst>
              <a:ext uri="{FF2B5EF4-FFF2-40B4-BE49-F238E27FC236}">
                <a16:creationId xmlns:a16="http://schemas.microsoft.com/office/drawing/2014/main" id="{B7468F45-3B20-E2AF-CEF7-1F175B57C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6038570" y="3353272"/>
            <a:ext cx="1603457" cy="803316"/>
          </a:xfrm>
          <a:prstGeom prst="rect">
            <a:avLst/>
          </a:prstGeom>
        </p:spPr>
      </p:pic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7EB486-B6DC-55F5-C9F3-A8DDB0F8E851}"/>
              </a:ext>
            </a:extLst>
          </p:cNvPr>
          <p:cNvCxnSpPr>
            <a:cxnSpLocks/>
          </p:cNvCxnSpPr>
          <p:nvPr/>
        </p:nvCxnSpPr>
        <p:spPr>
          <a:xfrm flipH="1">
            <a:off x="7603349" y="1121910"/>
            <a:ext cx="12827" cy="2145640"/>
          </a:xfrm>
          <a:prstGeom prst="line">
            <a:avLst/>
          </a:prstGeom>
          <a:ln w="38100">
            <a:solidFill>
              <a:srgbClr val="1D527F"/>
            </a:solidFill>
            <a:prstDash val="sys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D203157-30F8-E8DC-4A8A-229EA350DBD6}"/>
              </a:ext>
            </a:extLst>
          </p:cNvPr>
          <p:cNvSpPr/>
          <p:nvPr/>
        </p:nvSpPr>
        <p:spPr>
          <a:xfrm rot="16200000">
            <a:off x="7308467" y="1490622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/>
              <a:t>FINISH</a:t>
            </a:r>
            <a:endParaRPr lang="es-CO" sz="1400" b="1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91418C9-46BB-5F16-E273-2D446B09388A}"/>
              </a:ext>
            </a:extLst>
          </p:cNvPr>
          <p:cNvSpPr/>
          <p:nvPr/>
        </p:nvSpPr>
        <p:spPr>
          <a:xfrm>
            <a:off x="1528586" y="2465418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>
                <a:cs typeface="Arial"/>
              </a:rPr>
              <a:t>XXXXXXX</a:t>
            </a:r>
            <a:endParaRPr lang="es-CO" sz="1400" b="1">
              <a:cs typeface="Arial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8AEF0B8-5C09-4F6E-364C-C6FFCFE8C754}"/>
              </a:ext>
            </a:extLst>
          </p:cNvPr>
          <p:cNvSpPr/>
          <p:nvPr/>
        </p:nvSpPr>
        <p:spPr>
          <a:xfrm rot="16200000">
            <a:off x="472718" y="4194849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/>
              <a:t>START</a:t>
            </a:r>
            <a:endParaRPr lang="es-CO" sz="1400" b="1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0159C56C-0FC4-F334-58A7-D4DC8C939F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464" y="2958036"/>
            <a:ext cx="762000" cy="77470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22F9DB47-4CE4-048C-E64A-E00BC97DA8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454" y="1580737"/>
            <a:ext cx="762000" cy="77470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E5A8AC6A-04C9-4ECA-D83A-F8ECB04665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3812" y="2965922"/>
            <a:ext cx="762000" cy="774700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833D8CC7-5317-9ED2-23E9-D274269105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1188" y="1509260"/>
            <a:ext cx="762000" cy="774700"/>
          </a:xfrm>
          <a:prstGeom prst="rect">
            <a:avLst/>
          </a:prstGeom>
        </p:spPr>
      </p:pic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2792F362-0262-6161-B298-52F208E4B473}"/>
              </a:ext>
            </a:extLst>
          </p:cNvPr>
          <p:cNvSpPr txBox="1">
            <a:spLocks/>
          </p:cNvSpPr>
          <p:nvPr/>
        </p:nvSpPr>
        <p:spPr>
          <a:xfrm>
            <a:off x="1444125" y="2821854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b="1">
                <a:solidFill>
                  <a:srgbClr val="333333"/>
                </a:solidFill>
                <a:cs typeface="Arial"/>
              </a:rPr>
              <a:t>XXXXXXXXXXXXXXXXXXXXXXXXXXXX</a:t>
            </a: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90CAA353-1DC2-7FA0-6A24-B31BA001B09B}"/>
              </a:ext>
            </a:extLst>
          </p:cNvPr>
          <p:cNvSpPr txBox="1">
            <a:spLocks/>
          </p:cNvSpPr>
          <p:nvPr/>
        </p:nvSpPr>
        <p:spPr>
          <a:xfrm>
            <a:off x="1435882" y="3614334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>
                <a:solidFill>
                  <a:srgbClr val="333333"/>
                </a:solidFill>
                <a:cs typeface="Arial"/>
              </a:rPr>
              <a:t>XXXXXXXXXXXXXXXXXXXXXXXXXXXX </a:t>
            </a:r>
            <a:r>
              <a:rPr lang="es-CO" sz="1200" err="1">
                <a:solidFill>
                  <a:srgbClr val="333333"/>
                </a:solidFill>
                <a:cs typeface="Arial"/>
              </a:rPr>
              <a:t>XXXXXXXXXXXXXXXXXXXXXXXXXXXX</a:t>
            </a:r>
            <a:endParaRPr lang="es-CO" sz="1200">
              <a:solidFill>
                <a:srgbClr val="333333"/>
              </a:solidFill>
              <a:cs typeface="Arial"/>
            </a:endParaRPr>
          </a:p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>
                <a:solidFill>
                  <a:srgbClr val="333333"/>
                </a:solidFill>
                <a:cs typeface="Arial"/>
              </a:rPr>
              <a:t>XXXXXXXXXXXXXXXXXXXXXXXXXXXX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9018B0CA-5B52-69C6-1004-BAEF7C4FCBBC}"/>
              </a:ext>
            </a:extLst>
          </p:cNvPr>
          <p:cNvSpPr/>
          <p:nvPr/>
        </p:nvSpPr>
        <p:spPr>
          <a:xfrm>
            <a:off x="3103354" y="875850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>
                <a:cs typeface="Arial"/>
              </a:rPr>
              <a:t>XXXXXXX</a:t>
            </a:r>
            <a:endParaRPr lang="es-CO" sz="1400" b="1">
              <a:cs typeface="Arial"/>
            </a:endParaRPr>
          </a:p>
        </p:txBody>
      </p:sp>
      <p:sp>
        <p:nvSpPr>
          <p:cNvPr id="28" name="Marcador de contenido 2">
            <a:extLst>
              <a:ext uri="{FF2B5EF4-FFF2-40B4-BE49-F238E27FC236}">
                <a16:creationId xmlns:a16="http://schemas.microsoft.com/office/drawing/2014/main" id="{8FCFAE28-9A0C-C469-37CD-7A8FAF9EDF47}"/>
              </a:ext>
            </a:extLst>
          </p:cNvPr>
          <p:cNvSpPr txBox="1">
            <a:spLocks/>
          </p:cNvSpPr>
          <p:nvPr/>
        </p:nvSpPr>
        <p:spPr>
          <a:xfrm>
            <a:off x="3018893" y="1232286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b="1">
                <a:solidFill>
                  <a:srgbClr val="333333"/>
                </a:solidFill>
              </a:rPr>
              <a:t>XXXXXXXXXXXXXXXXXXXXXXXXXXXX</a:t>
            </a:r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6A0AA77A-9500-5009-A8C7-E4B9D9623C7D}"/>
              </a:ext>
            </a:extLst>
          </p:cNvPr>
          <p:cNvSpPr txBox="1">
            <a:spLocks/>
          </p:cNvSpPr>
          <p:nvPr/>
        </p:nvSpPr>
        <p:spPr>
          <a:xfrm>
            <a:off x="3034206" y="1875566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>
                <a:solidFill>
                  <a:srgbClr val="333333"/>
                </a:solidFill>
                <a:cs typeface="Arial"/>
              </a:rPr>
              <a:t>XXXXXXXXXXXXXXXXXXXXXXXXXXXX </a:t>
            </a:r>
            <a:r>
              <a:rPr lang="es-CO" sz="1200" err="1">
                <a:solidFill>
                  <a:srgbClr val="333333"/>
                </a:solidFill>
                <a:cs typeface="Arial"/>
              </a:rPr>
              <a:t>XXXXXXXXXXXXXXXXXXXXXXXXXXXX</a:t>
            </a:r>
            <a:endParaRPr lang="es-CO" sz="1200">
              <a:solidFill>
                <a:srgbClr val="333333"/>
              </a:solidFill>
              <a:cs typeface="Arial"/>
            </a:endParaRPr>
          </a:p>
          <a:p>
            <a:pPr marL="0" indent="0" algn="just">
              <a:buClr>
                <a:srgbClr val="669933"/>
              </a:buClr>
              <a:buSzPct val="100000"/>
              <a:buNone/>
            </a:pPr>
            <a:endParaRPr lang="es-CO" sz="1200">
              <a:solidFill>
                <a:srgbClr val="333333"/>
              </a:solidFill>
              <a:cs typeface="Arial"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95D5A9E-E540-2B62-F20E-2E071365AA41}"/>
              </a:ext>
            </a:extLst>
          </p:cNvPr>
          <p:cNvSpPr/>
          <p:nvPr/>
        </p:nvSpPr>
        <p:spPr>
          <a:xfrm>
            <a:off x="4656461" y="2472449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>
                <a:cs typeface="Arial"/>
              </a:rPr>
              <a:t>XXXXXXX</a:t>
            </a:r>
            <a:endParaRPr lang="es-CO" sz="1400" b="1">
              <a:cs typeface="Arial"/>
            </a:endParaRPr>
          </a:p>
        </p:txBody>
      </p:sp>
      <p:sp>
        <p:nvSpPr>
          <p:cNvPr id="31" name="Marcador de contenido 2">
            <a:extLst>
              <a:ext uri="{FF2B5EF4-FFF2-40B4-BE49-F238E27FC236}">
                <a16:creationId xmlns:a16="http://schemas.microsoft.com/office/drawing/2014/main" id="{FB571E55-C4D6-0929-A7B8-F4E3DE04DE41}"/>
              </a:ext>
            </a:extLst>
          </p:cNvPr>
          <p:cNvSpPr txBox="1">
            <a:spLocks/>
          </p:cNvSpPr>
          <p:nvPr/>
        </p:nvSpPr>
        <p:spPr>
          <a:xfrm>
            <a:off x="4572000" y="2828885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b="1">
                <a:solidFill>
                  <a:srgbClr val="333333"/>
                </a:solidFill>
                <a:cs typeface="Arial"/>
              </a:rPr>
              <a:t>XXXXXXXXXXXXXXXXXXXXXXXXXXXX</a:t>
            </a:r>
          </a:p>
        </p:txBody>
      </p:sp>
      <p:sp>
        <p:nvSpPr>
          <p:cNvPr id="32" name="Marcador de contenido 2">
            <a:extLst>
              <a:ext uri="{FF2B5EF4-FFF2-40B4-BE49-F238E27FC236}">
                <a16:creationId xmlns:a16="http://schemas.microsoft.com/office/drawing/2014/main" id="{A7642A37-B25D-5FF7-05B0-211B089224F0}"/>
              </a:ext>
            </a:extLst>
          </p:cNvPr>
          <p:cNvSpPr txBox="1">
            <a:spLocks/>
          </p:cNvSpPr>
          <p:nvPr/>
        </p:nvSpPr>
        <p:spPr>
          <a:xfrm>
            <a:off x="4579461" y="3566396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>
                <a:solidFill>
                  <a:srgbClr val="333333"/>
                </a:solidFill>
                <a:cs typeface="Arial"/>
              </a:rPr>
              <a:t>XXXXXXXXXXXXXXXXXXXXXXXXXXXX </a:t>
            </a:r>
            <a:r>
              <a:rPr lang="es-CO" sz="1200" err="1">
                <a:solidFill>
                  <a:srgbClr val="333333"/>
                </a:solidFill>
                <a:cs typeface="Arial"/>
              </a:rPr>
              <a:t>XXXXXXXXXXXXXXXXXXXXXXXXXXXX</a:t>
            </a:r>
            <a:endParaRPr lang="es-CO" sz="1200">
              <a:solidFill>
                <a:srgbClr val="333333"/>
              </a:solidFill>
              <a:cs typeface="Arial"/>
            </a:endParaRP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43B9D30-7465-DFEC-5E6B-8DEE1845E25D}"/>
              </a:ext>
            </a:extLst>
          </p:cNvPr>
          <p:cNvSpPr/>
          <p:nvPr/>
        </p:nvSpPr>
        <p:spPr>
          <a:xfrm>
            <a:off x="6216715" y="882881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>
                <a:cs typeface="Arial"/>
              </a:rPr>
              <a:t>XXXXXXX</a:t>
            </a:r>
            <a:endParaRPr lang="es-CO" sz="1400" b="1">
              <a:cs typeface="Arial"/>
            </a:endParaRPr>
          </a:p>
        </p:txBody>
      </p:sp>
      <p:sp>
        <p:nvSpPr>
          <p:cNvPr id="34" name="Marcador de contenido 2">
            <a:extLst>
              <a:ext uri="{FF2B5EF4-FFF2-40B4-BE49-F238E27FC236}">
                <a16:creationId xmlns:a16="http://schemas.microsoft.com/office/drawing/2014/main" id="{52521EB4-6580-7EDF-F989-786F5C2F40FF}"/>
              </a:ext>
            </a:extLst>
          </p:cNvPr>
          <p:cNvSpPr txBox="1">
            <a:spLocks/>
          </p:cNvSpPr>
          <p:nvPr/>
        </p:nvSpPr>
        <p:spPr>
          <a:xfrm>
            <a:off x="6132254" y="1239317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b="1">
                <a:solidFill>
                  <a:srgbClr val="333333"/>
                </a:solidFill>
                <a:cs typeface="Arial"/>
              </a:rPr>
              <a:t>XXXXXXXXXXXXXXXXXXXXXXXXXXXX</a:t>
            </a:r>
          </a:p>
        </p:txBody>
      </p:sp>
      <p:sp>
        <p:nvSpPr>
          <p:cNvPr id="35" name="Marcador de contenido 2">
            <a:extLst>
              <a:ext uri="{FF2B5EF4-FFF2-40B4-BE49-F238E27FC236}">
                <a16:creationId xmlns:a16="http://schemas.microsoft.com/office/drawing/2014/main" id="{27875719-3634-20B1-7D99-01828EA1E3BD}"/>
              </a:ext>
            </a:extLst>
          </p:cNvPr>
          <p:cNvSpPr txBox="1">
            <a:spLocks/>
          </p:cNvSpPr>
          <p:nvPr/>
        </p:nvSpPr>
        <p:spPr>
          <a:xfrm>
            <a:off x="6139715" y="1709840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>
                <a:solidFill>
                  <a:srgbClr val="333333"/>
                </a:solidFill>
                <a:cs typeface="Arial"/>
              </a:rPr>
              <a:t>XXXXXXXXXXXXXXXXXXXXXXXXXXXX XXXXXXXXXXXXXXXXXXXXXXXXXXX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A6BBECF3-0BAC-5FDE-C1C7-E3454640B0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092" y="4596197"/>
            <a:ext cx="533427" cy="358793"/>
          </a:xfrm>
          <a:prstGeom prst="rect">
            <a:avLst/>
          </a:prstGeom>
        </p:spPr>
      </p:pic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F0987C7-FF1D-7C79-CC01-7A4CE195D021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n 9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ABBCAF80-6F77-544F-32F6-3F83DEE1736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342" y="183626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575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ángulo 27">
            <a:extLst>
              <a:ext uri="{FF2B5EF4-FFF2-40B4-BE49-F238E27FC236}">
                <a16:creationId xmlns:a16="http://schemas.microsoft.com/office/drawing/2014/main" id="{C9435BC5-A18C-1932-E16B-1BDA6E34E733}"/>
              </a:ext>
            </a:extLst>
          </p:cNvPr>
          <p:cNvSpPr/>
          <p:nvPr/>
        </p:nvSpPr>
        <p:spPr>
          <a:xfrm>
            <a:off x="0" y="0"/>
            <a:ext cx="9144000" cy="51482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C3A768F4-1CAA-9E53-9DB7-8CFF0B0103BB}"/>
              </a:ext>
            </a:extLst>
          </p:cNvPr>
          <p:cNvSpPr txBox="1">
            <a:spLocks/>
          </p:cNvSpPr>
          <p:nvPr/>
        </p:nvSpPr>
        <p:spPr>
          <a:xfrm>
            <a:off x="1596738" y="418634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Alcance Técnico del Servicio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A5A9FC9-D911-056D-9337-A687BC8C6E7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36F34E4C-6B01-ABEF-DCFF-9A69E883C059}"/>
              </a:ext>
            </a:extLst>
          </p:cNvPr>
          <p:cNvSpPr txBox="1"/>
          <p:nvPr/>
        </p:nvSpPr>
        <p:spPr>
          <a:xfrm>
            <a:off x="315532" y="907803"/>
            <a:ext cx="8253356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1200" b="1">
                <a:solidFill>
                  <a:srgbClr val="333333"/>
                </a:solidFill>
                <a:cs typeface="Calibri"/>
              </a:rPr>
              <a:t>CBIT </a:t>
            </a:r>
            <a:r>
              <a:rPr lang="es-MX" sz="1200">
                <a:solidFill>
                  <a:srgbClr val="333333"/>
                </a:solidFill>
                <a:cs typeface="Calibri"/>
              </a:rPr>
              <a:t>considerará las siguientes funcionalidades</a:t>
            </a:r>
            <a:r>
              <a:rPr lang="es-CO" sz="1200">
                <a:solidFill>
                  <a:srgbClr val="333333"/>
                </a:solidFill>
                <a:cs typeface="Calibri"/>
              </a:rPr>
              <a:t>:</a:t>
            </a:r>
            <a:endParaRPr lang="es-MX" sz="1200">
              <a:solidFill>
                <a:srgbClr val="333333"/>
              </a:solidFill>
              <a:cs typeface="Calibri"/>
            </a:endParaRPr>
          </a:p>
          <a:p>
            <a:pPr algn="just"/>
            <a:endParaRPr lang="es-MX" sz="1200">
              <a:solidFill>
                <a:srgbClr val="333333"/>
              </a:solidFill>
              <a:cs typeface="Calibri" panose="020F0502020204030204" pitchFamily="34" charset="0"/>
            </a:endParaRPr>
          </a:p>
          <a:p>
            <a:pPr marL="228600" indent="-228600" algn="just">
              <a:buAutoNum type="alphaUcPeriod"/>
            </a:pPr>
            <a:r>
              <a:rPr lang="es-MX" sz="1200" b="1" err="1">
                <a:solidFill>
                  <a:srgbClr val="333333"/>
                </a:solidFill>
                <a:cs typeface="Calibri"/>
              </a:rPr>
              <a:t>Xxxxxxxxxxxxxxxxxxxxxxxxxxxxxxxxxxxxxxxxxxxxxx</a:t>
            </a:r>
            <a:endParaRPr lang="es-MX" sz="1200" b="1">
              <a:solidFill>
                <a:srgbClr val="333333"/>
              </a:solidFill>
              <a:cs typeface="Calibri"/>
            </a:endParaRPr>
          </a:p>
          <a:p>
            <a:pPr algn="just"/>
            <a:endParaRPr lang="es-MX" sz="1200" b="1">
              <a:solidFill>
                <a:srgbClr val="333333"/>
              </a:solidFill>
              <a:cs typeface="Calibri" panose="020F050202020403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MX" sz="1200" b="1">
                <a:solidFill>
                  <a:srgbClr val="333333"/>
                </a:solidFill>
                <a:cs typeface="Calibri"/>
              </a:rPr>
              <a:t>Actividades a realizar por CBIT: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DF038376-B2F1-C37F-5512-A2F21AF34F7C}"/>
              </a:ext>
            </a:extLst>
          </p:cNvPr>
          <p:cNvGrpSpPr/>
          <p:nvPr/>
        </p:nvGrpSpPr>
        <p:grpSpPr>
          <a:xfrm>
            <a:off x="315532" y="2062070"/>
            <a:ext cx="8512934" cy="1201341"/>
            <a:chOff x="261994" y="1984164"/>
            <a:chExt cx="8512934" cy="1201341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A56B1BF8-862B-0D04-6578-B4C8B47135A2}"/>
                </a:ext>
              </a:extLst>
            </p:cNvPr>
            <p:cNvGrpSpPr/>
            <p:nvPr/>
          </p:nvGrpSpPr>
          <p:grpSpPr>
            <a:xfrm>
              <a:off x="261994" y="1984164"/>
              <a:ext cx="8512934" cy="717255"/>
              <a:chOff x="-204003" y="1247475"/>
              <a:chExt cx="8512934" cy="717255"/>
            </a:xfrm>
          </p:grpSpPr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DB39C54D-DCE8-75BA-AF10-5FC15F73240B}"/>
                  </a:ext>
                </a:extLst>
              </p:cNvPr>
              <p:cNvSpPr/>
              <p:nvPr/>
            </p:nvSpPr>
            <p:spPr>
              <a:xfrm>
                <a:off x="-132263" y="1255096"/>
                <a:ext cx="8441194" cy="7096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5400" sx="102000" sy="102000" algn="ctr" rotWithShape="0">
                  <a:prstClr val="black">
                    <a:alpha val="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80000" rIns="91440" bIns="45720" rtlCol="0" anchor="ctr"/>
              <a:lstStyle/>
              <a:p>
                <a:pPr algn="just"/>
                <a:r>
                  <a:rPr kumimoji="0" lang="es-ES" sz="1200" i="0" u="none" strike="noStrike" kern="1200" cap="none" spc="0" normalizeH="0" baseline="0" noProof="0" err="1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cs typeface="Arial"/>
                  </a:rPr>
                  <a:t>XXXXXxxxxxxxxxxxxxxxxxxxxxxxxxxxxxxxxxxxxxxxxxxxxxxxxxx</a:t>
                </a:r>
                <a:endParaRPr lang="es-ES" sz="120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cs typeface="Arial"/>
                </a:endParaRPr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kumimoji="0" lang="es-ES" sz="1200" i="0" u="none" strike="noStrike" kern="1200" cap="none" spc="0" normalizeH="0" baseline="0" noProof="0" err="1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cs typeface="Arial"/>
                  </a:rPr>
                  <a:t>Xxxxxxxxxxxxxxxxxxxxxxxxxxxxxxxxxxxxxxxxxxxxxxxxx</a:t>
                </a:r>
                <a:endParaRPr kumimoji="0" lang="es-ES" sz="120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cs typeface="Arial"/>
                </a:endParaRPr>
              </a:p>
            </p:txBody>
          </p:sp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E56A94A8-F23E-F74F-6F61-091C3D66FAA7}"/>
                  </a:ext>
                </a:extLst>
              </p:cNvPr>
              <p:cNvSpPr/>
              <p:nvPr/>
            </p:nvSpPr>
            <p:spPr>
              <a:xfrm>
                <a:off x="-204003" y="1247475"/>
                <a:ext cx="71740" cy="709633"/>
              </a:xfrm>
              <a:prstGeom prst="rect">
                <a:avLst/>
              </a:prstGeom>
              <a:solidFill>
                <a:srgbClr val="01B0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0E174530-3125-F415-03A5-B3726B04F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9043" y="2073080"/>
              <a:ext cx="230226" cy="149160"/>
            </a:xfrm>
            <a:prstGeom prst="rect">
              <a:avLst/>
            </a:prstGeom>
          </p:spPr>
        </p:pic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2D659DFF-947D-27FC-3651-D089BD64A58E}"/>
                </a:ext>
              </a:extLst>
            </p:cNvPr>
            <p:cNvGrpSpPr/>
            <p:nvPr/>
          </p:nvGrpSpPr>
          <p:grpSpPr>
            <a:xfrm>
              <a:off x="345822" y="2656653"/>
              <a:ext cx="8405856" cy="528852"/>
              <a:chOff x="357447" y="2565343"/>
              <a:chExt cx="8405856" cy="528852"/>
            </a:xfrm>
          </p:grpSpPr>
          <p:sp>
            <p:nvSpPr>
              <p:cNvPr id="10" name="Rectángulo: esquinas redondeadas 9">
                <a:extLst>
                  <a:ext uri="{FF2B5EF4-FFF2-40B4-BE49-F238E27FC236}">
                    <a16:creationId xmlns:a16="http://schemas.microsoft.com/office/drawing/2014/main" id="{097DBA00-3389-A4E2-DEDB-6563DDD6D271}"/>
                  </a:ext>
                </a:extLst>
              </p:cNvPr>
              <p:cNvSpPr/>
              <p:nvPr/>
            </p:nvSpPr>
            <p:spPr>
              <a:xfrm>
                <a:off x="357447" y="2565343"/>
                <a:ext cx="8405856" cy="528852"/>
              </a:xfrm>
              <a:prstGeom prst="roundRect">
                <a:avLst>
                  <a:gd name="adj" fmla="val 30126"/>
                </a:avLst>
              </a:prstGeom>
              <a:gradFill>
                <a:gsLst>
                  <a:gs pos="0">
                    <a:srgbClr val="02AE3E"/>
                  </a:gs>
                  <a:gs pos="100000">
                    <a:srgbClr val="1D5180"/>
                  </a:gs>
                </a:gsLst>
                <a:lin ang="14400000" scaled="0"/>
              </a:gradFill>
              <a:ln>
                <a:noFill/>
              </a:ln>
              <a:effectLst>
                <a:outerShdw blurRad="101600" sx="102000" sy="102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pic>
            <p:nvPicPr>
              <p:cNvPr id="11" name="Imagen 10">
                <a:extLst>
                  <a:ext uri="{FF2B5EF4-FFF2-40B4-BE49-F238E27FC236}">
                    <a16:creationId xmlns:a16="http://schemas.microsoft.com/office/drawing/2014/main" id="{A5F68104-2CE8-8A70-F314-860B2467B5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biLevel thresh="25000"/>
              </a:blip>
              <a:stretch>
                <a:fillRect/>
              </a:stretch>
            </p:blipFill>
            <p:spPr>
              <a:xfrm>
                <a:off x="476164" y="2712450"/>
                <a:ext cx="182094" cy="234638"/>
              </a:xfrm>
              <a:prstGeom prst="rect">
                <a:avLst/>
              </a:prstGeom>
            </p:spPr>
          </p:pic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4C1E827A-7D85-FBD7-3326-44964AD76550}"/>
                  </a:ext>
                </a:extLst>
              </p:cNvPr>
              <p:cNvSpPr txBox="1"/>
              <p:nvPr/>
            </p:nvSpPr>
            <p:spPr>
              <a:xfrm>
                <a:off x="705069" y="2675880"/>
                <a:ext cx="7962767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just"/>
                <a:r>
                  <a:rPr lang="es-MX" sz="1200" err="1">
                    <a:solidFill>
                      <a:srgbClr val="FEFEFE"/>
                    </a:solidFill>
                    <a:cs typeface="Calibri"/>
                  </a:rPr>
                  <a:t>Xxxxxxxxxxxxxxxxxxxxxxxxxxxxxxxxxxxxxxxxxxx</a:t>
                </a:r>
                <a:endParaRPr lang="es-MX" sz="1200">
                  <a:solidFill>
                    <a:srgbClr val="FEFEFE"/>
                  </a:solidFill>
                  <a:cs typeface="Calibri"/>
                </a:endParaRPr>
              </a:p>
            </p:txBody>
          </p:sp>
        </p:grp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5BB06428-4984-00E5-6F34-4BF79650AB08}"/>
              </a:ext>
            </a:extLst>
          </p:cNvPr>
          <p:cNvGrpSpPr/>
          <p:nvPr/>
        </p:nvGrpSpPr>
        <p:grpSpPr>
          <a:xfrm>
            <a:off x="315532" y="3455049"/>
            <a:ext cx="8512934" cy="1201341"/>
            <a:chOff x="261994" y="1984164"/>
            <a:chExt cx="8512934" cy="1201341"/>
          </a:xfrm>
        </p:grpSpPr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595E00B4-1512-273C-FDAF-40AC30B79572}"/>
                </a:ext>
              </a:extLst>
            </p:cNvPr>
            <p:cNvGrpSpPr/>
            <p:nvPr/>
          </p:nvGrpSpPr>
          <p:grpSpPr>
            <a:xfrm>
              <a:off x="261994" y="1984164"/>
              <a:ext cx="8512934" cy="717255"/>
              <a:chOff x="-204003" y="1247475"/>
              <a:chExt cx="8512934" cy="717255"/>
            </a:xfrm>
          </p:grpSpPr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47B1BF94-CAAB-59CD-502C-7AF865119243}"/>
                  </a:ext>
                </a:extLst>
              </p:cNvPr>
              <p:cNvSpPr/>
              <p:nvPr/>
            </p:nvSpPr>
            <p:spPr>
              <a:xfrm>
                <a:off x="-132263" y="1255096"/>
                <a:ext cx="8441194" cy="7096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5400" sx="102000" sy="102000" algn="ctr" rotWithShape="0">
                  <a:prstClr val="black">
                    <a:alpha val="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80000" rIns="91440" bIns="45720" rtlCol="0" anchor="ctr"/>
              <a:lstStyle/>
              <a:p>
                <a:pPr algn="just"/>
                <a:r>
                  <a:rPr kumimoji="0" lang="es-ES" sz="1200" i="0" u="none" strike="noStrike" kern="1200" cap="none" spc="0" normalizeH="0" baseline="0" noProof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cs typeface="Arial"/>
                  </a:rPr>
                  <a:t>Xxxxxxxxxxxxxxxxxxxxxxxxxxxxxxxxxxxxxxxxxxxxxxxxxxxxxxxxxxxxxxxxxxxxxxxx</a:t>
                </a:r>
                <a:endParaRPr lang="es-ES" sz="120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cs typeface="Arial"/>
                </a:endParaRPr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kumimoji="0" lang="es-ES" sz="1200" i="0" u="none" strike="noStrike" kern="1200" cap="none" spc="0" normalizeH="0" baseline="0" noProof="0" err="1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cs typeface="Arial"/>
                  </a:rPr>
                  <a:t>Xxxxxxxxxxxxxxxxxxxxxxxxxxxxxxxxxxxxxxxxxxxxxxxxxx</a:t>
                </a:r>
                <a:endParaRPr kumimoji="0" lang="es-ES" sz="120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cs typeface="Arial"/>
                </a:endParaRPr>
              </a:p>
            </p:txBody>
          </p:sp>
          <p:sp>
            <p:nvSpPr>
              <p:cNvPr id="26" name="Rectángulo 25">
                <a:extLst>
                  <a:ext uri="{FF2B5EF4-FFF2-40B4-BE49-F238E27FC236}">
                    <a16:creationId xmlns:a16="http://schemas.microsoft.com/office/drawing/2014/main" id="{3672A9B2-3E62-1836-3899-55B166DF10AF}"/>
                  </a:ext>
                </a:extLst>
              </p:cNvPr>
              <p:cNvSpPr/>
              <p:nvPr/>
            </p:nvSpPr>
            <p:spPr>
              <a:xfrm>
                <a:off x="-204003" y="1247475"/>
                <a:ext cx="71740" cy="709633"/>
              </a:xfrm>
              <a:prstGeom prst="rect">
                <a:avLst/>
              </a:prstGeom>
              <a:solidFill>
                <a:srgbClr val="01B0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54D45196-C43B-2337-A4AC-D323648CD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9043" y="2073080"/>
              <a:ext cx="230226" cy="149160"/>
            </a:xfrm>
            <a:prstGeom prst="rect">
              <a:avLst/>
            </a:prstGeom>
          </p:spPr>
        </p:pic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238ECF0B-C148-1AE7-6CE4-03A3FCED8BF6}"/>
                </a:ext>
              </a:extLst>
            </p:cNvPr>
            <p:cNvGrpSpPr/>
            <p:nvPr/>
          </p:nvGrpSpPr>
          <p:grpSpPr>
            <a:xfrm>
              <a:off x="345822" y="2656653"/>
              <a:ext cx="8405856" cy="528852"/>
              <a:chOff x="357447" y="2565343"/>
              <a:chExt cx="8405856" cy="528852"/>
            </a:xfrm>
          </p:grpSpPr>
          <p:sp>
            <p:nvSpPr>
              <p:cNvPr id="22" name="Rectángulo: esquinas redondeadas 21">
                <a:extLst>
                  <a:ext uri="{FF2B5EF4-FFF2-40B4-BE49-F238E27FC236}">
                    <a16:creationId xmlns:a16="http://schemas.microsoft.com/office/drawing/2014/main" id="{82C93978-E422-02E8-59BC-F35017009B8E}"/>
                  </a:ext>
                </a:extLst>
              </p:cNvPr>
              <p:cNvSpPr/>
              <p:nvPr/>
            </p:nvSpPr>
            <p:spPr>
              <a:xfrm>
                <a:off x="357447" y="2565343"/>
                <a:ext cx="8405856" cy="528852"/>
              </a:xfrm>
              <a:prstGeom prst="roundRect">
                <a:avLst>
                  <a:gd name="adj" fmla="val 30126"/>
                </a:avLst>
              </a:prstGeom>
              <a:gradFill>
                <a:gsLst>
                  <a:gs pos="0">
                    <a:srgbClr val="02AE3E"/>
                  </a:gs>
                  <a:gs pos="100000">
                    <a:srgbClr val="1D5180"/>
                  </a:gs>
                </a:gsLst>
                <a:lin ang="14400000" scaled="0"/>
              </a:gradFill>
              <a:ln>
                <a:noFill/>
              </a:ln>
              <a:effectLst>
                <a:outerShdw blurRad="101600" sx="102000" sy="102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pic>
            <p:nvPicPr>
              <p:cNvPr id="23" name="Imagen 22">
                <a:extLst>
                  <a:ext uri="{FF2B5EF4-FFF2-40B4-BE49-F238E27FC236}">
                    <a16:creationId xmlns:a16="http://schemas.microsoft.com/office/drawing/2014/main" id="{2243BA0E-E8CA-B7C6-272E-69ED534CBF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biLevel thresh="25000"/>
              </a:blip>
              <a:stretch>
                <a:fillRect/>
              </a:stretch>
            </p:blipFill>
            <p:spPr>
              <a:xfrm>
                <a:off x="476164" y="2712450"/>
                <a:ext cx="182094" cy="234638"/>
              </a:xfrm>
              <a:prstGeom prst="rect">
                <a:avLst/>
              </a:prstGeom>
            </p:spPr>
          </p:pic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21DD819C-1076-9A87-9361-8EB02474F2DF}"/>
                  </a:ext>
                </a:extLst>
              </p:cNvPr>
              <p:cNvSpPr txBox="1"/>
              <p:nvPr/>
            </p:nvSpPr>
            <p:spPr>
              <a:xfrm>
                <a:off x="705069" y="2675880"/>
                <a:ext cx="7962767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just"/>
                <a:r>
                  <a:rPr lang="es-MX" sz="1200" err="1">
                    <a:solidFill>
                      <a:srgbClr val="FEFEFE"/>
                    </a:solidFill>
                    <a:cs typeface="Calibri"/>
                  </a:rPr>
                  <a:t>Xxxxxxxxxxxxxxxxxxxxxxxxxxxxxxxxxxxxxxxxxxx</a:t>
                </a:r>
                <a:endParaRPr lang="es-MX" sz="1200">
                  <a:solidFill>
                    <a:srgbClr val="FEFEFE"/>
                  </a:solidFill>
                  <a:cs typeface="Calibri"/>
                </a:endParaRPr>
              </a:p>
            </p:txBody>
          </p:sp>
        </p:grpSp>
      </p:grpSp>
      <p:pic>
        <p:nvPicPr>
          <p:cNvPr id="16" name="Imagen 15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B6A85AE7-D157-81AE-8541-80673700EE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342" y="183626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440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DB06EA-78B4-70E9-D7A0-95C6A77C6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6D5C0F79-BD09-9A12-A182-DA053345C5EF}"/>
              </a:ext>
            </a:extLst>
          </p:cNvPr>
          <p:cNvSpPr/>
          <p:nvPr/>
        </p:nvSpPr>
        <p:spPr>
          <a:xfrm>
            <a:off x="0" y="0"/>
            <a:ext cx="9144000" cy="51482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1EC39243-A870-C3B9-DE54-B8A2B2B47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6738" y="401837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Entregables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221FD3A-AA86-C1EC-E687-BD9EA6C650EC}"/>
              </a:ext>
            </a:extLst>
          </p:cNvPr>
          <p:cNvSpPr txBox="1"/>
          <p:nvPr/>
        </p:nvSpPr>
        <p:spPr>
          <a:xfrm>
            <a:off x="136374" y="739614"/>
            <a:ext cx="8815150" cy="748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685800">
              <a:spcBef>
                <a:spcPts val="750"/>
              </a:spcBef>
              <a:defRPr/>
            </a:pPr>
            <a:r>
              <a:rPr lang="es-CO" sz="1200" dirty="0">
                <a:solidFill>
                  <a:srgbClr val="333333"/>
                </a:solidFill>
                <a:cs typeface="Arial"/>
              </a:rPr>
              <a:t>Toda la documentación, informes y avances generados durante la gestión del proyecto se entregan mediante la herramienta Azure </a:t>
            </a:r>
            <a:r>
              <a:rPr lang="es-CO" sz="1200" dirty="0" err="1">
                <a:solidFill>
                  <a:srgbClr val="333333"/>
                </a:solidFill>
                <a:cs typeface="Arial"/>
              </a:rPr>
              <a:t>Devops</a:t>
            </a:r>
            <a:r>
              <a:rPr lang="es-CO" sz="1200" dirty="0">
                <a:solidFill>
                  <a:srgbClr val="333333"/>
                </a:solidFill>
                <a:cs typeface="Arial"/>
              </a:rPr>
              <a:t>, el código fuente y demás artefactos quedan en el repositorio establecido por </a:t>
            </a:r>
            <a:r>
              <a:rPr lang="es-ES" sz="1200" i="1" dirty="0">
                <a:solidFill>
                  <a:schemeClr val="accent1"/>
                </a:solidFill>
                <a:ea typeface="Calibri"/>
                <a:cs typeface="Calibri"/>
              </a:rPr>
              <a:t>XXXXXXXXXX</a:t>
            </a:r>
            <a:r>
              <a:rPr lang="es-CO" sz="1200" b="1" dirty="0">
                <a:solidFill>
                  <a:schemeClr val="accent1"/>
                </a:solidFill>
                <a:cs typeface="Arial"/>
              </a:rPr>
              <a:t> </a:t>
            </a:r>
            <a:r>
              <a:rPr lang="es-CO" sz="1200" dirty="0">
                <a:solidFill>
                  <a:srgbClr val="333333"/>
                </a:solidFill>
                <a:cs typeface="Arial"/>
              </a:rPr>
              <a:t>. </a:t>
            </a:r>
          </a:p>
          <a:p>
            <a:pPr algn="just" defTabSz="685800">
              <a:spcBef>
                <a:spcPts val="750"/>
              </a:spcBef>
              <a:defRPr/>
            </a:pPr>
            <a:r>
              <a:rPr lang="es-ES" sz="1200" i="1" dirty="0">
                <a:solidFill>
                  <a:schemeClr val="accent1"/>
                </a:solidFill>
                <a:ea typeface="Calibri"/>
                <a:cs typeface="Calibri"/>
              </a:rPr>
              <a:t>XXXXXXXXXX </a:t>
            </a:r>
            <a:r>
              <a:rPr lang="es-MX" sz="1200" b="1" dirty="0">
                <a:solidFill>
                  <a:srgbClr val="333333"/>
                </a:solidFill>
                <a:cs typeface="Arial"/>
              </a:rPr>
              <a:t> </a:t>
            </a:r>
            <a:r>
              <a:rPr lang="es-MX" sz="1200" dirty="0">
                <a:solidFill>
                  <a:srgbClr val="333333"/>
                </a:solidFill>
                <a:cs typeface="Arial"/>
              </a:rPr>
              <a:t>y </a:t>
            </a:r>
            <a:r>
              <a:rPr lang="es-MX" sz="1200" b="1" dirty="0">
                <a:solidFill>
                  <a:srgbClr val="333333"/>
                </a:solidFill>
                <a:cs typeface="Arial"/>
              </a:rPr>
              <a:t>CBIT </a:t>
            </a:r>
            <a:r>
              <a:rPr lang="es-MX" sz="1200" dirty="0">
                <a:solidFill>
                  <a:srgbClr val="333333"/>
                </a:solidFill>
                <a:cs typeface="Arial"/>
              </a:rPr>
              <a:t>acordarán los formatos que deben seguir los entregables.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2DAEDE91-EE19-22FD-055D-47FEAD325E8E}"/>
              </a:ext>
            </a:extLst>
          </p:cNvPr>
          <p:cNvSpPr/>
          <p:nvPr/>
        </p:nvSpPr>
        <p:spPr>
          <a:xfrm>
            <a:off x="446877" y="1674605"/>
            <a:ext cx="2560844" cy="3280385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E9E9E9"/>
              </a:gs>
              <a:gs pos="100000">
                <a:srgbClr val="FEFEFE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9D92BB4-5930-5734-E7A2-3C15FABE6180}"/>
              </a:ext>
            </a:extLst>
          </p:cNvPr>
          <p:cNvSpPr txBox="1">
            <a:spLocks/>
          </p:cNvSpPr>
          <p:nvPr/>
        </p:nvSpPr>
        <p:spPr>
          <a:xfrm>
            <a:off x="537492" y="2196178"/>
            <a:ext cx="2725809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CO" sz="1200" b="1">
                <a:solidFill>
                  <a:srgbClr val="1D1B80"/>
                </a:solidFill>
                <a:latin typeface="Arial"/>
                <a:cs typeface="Calibri"/>
              </a:rPr>
              <a:t>Entregables de </a:t>
            </a:r>
            <a:r>
              <a:rPr lang="es-CO" sz="1200" b="1" err="1">
                <a:solidFill>
                  <a:srgbClr val="00B0F0"/>
                </a:solidFill>
                <a:latin typeface="Arial"/>
                <a:cs typeface="Calibri"/>
              </a:rPr>
              <a:t>Xxxxxx</a:t>
            </a:r>
            <a:endParaRPr lang="es-CO" sz="1200" b="1">
              <a:solidFill>
                <a:srgbClr val="00B0F0"/>
              </a:solidFill>
              <a:latin typeface="Arial"/>
              <a:cs typeface="Calibri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69614BA-4C66-1E9F-BEEF-33EF5F512964}"/>
              </a:ext>
            </a:extLst>
          </p:cNvPr>
          <p:cNvSpPr txBox="1"/>
          <p:nvPr/>
        </p:nvSpPr>
        <p:spPr>
          <a:xfrm>
            <a:off x="552827" y="2623250"/>
            <a:ext cx="2300506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967A6A2-CBF1-97A3-7EC1-4F0433B99F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36466" y="1856241"/>
            <a:ext cx="412266" cy="402001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AF70BED-6B8A-3B40-76F1-9B43D2381FF8}"/>
              </a:ext>
            </a:extLst>
          </p:cNvPr>
          <p:cNvSpPr/>
          <p:nvPr/>
        </p:nvSpPr>
        <p:spPr>
          <a:xfrm>
            <a:off x="3197310" y="1674605"/>
            <a:ext cx="2560844" cy="3280385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E9E9E9"/>
              </a:gs>
              <a:gs pos="100000">
                <a:srgbClr val="FEFEFE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68040AED-0742-18FA-8AA8-9A822BE552AB}"/>
              </a:ext>
            </a:extLst>
          </p:cNvPr>
          <p:cNvSpPr txBox="1">
            <a:spLocks/>
          </p:cNvSpPr>
          <p:nvPr/>
        </p:nvSpPr>
        <p:spPr>
          <a:xfrm>
            <a:off x="3287925" y="2196178"/>
            <a:ext cx="2320669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CO" sz="1200" b="1" dirty="0">
                <a:solidFill>
                  <a:srgbClr val="1D1B80"/>
                </a:solidFill>
                <a:latin typeface="Arial"/>
                <a:cs typeface="Calibri"/>
              </a:rPr>
              <a:t>Entregables de </a:t>
            </a:r>
            <a:r>
              <a:rPr lang="es-CO" sz="1200" b="1" dirty="0" err="1">
                <a:solidFill>
                  <a:srgbClr val="00B0F0"/>
                </a:solidFill>
                <a:latin typeface="Arial"/>
                <a:cs typeface="Calibri"/>
              </a:rPr>
              <a:t>Xxxxxxxx</a:t>
            </a:r>
            <a:endParaRPr lang="es-CO" sz="1200" b="1" dirty="0">
              <a:solidFill>
                <a:srgbClr val="00B0F0"/>
              </a:solidFill>
              <a:latin typeface="Arial"/>
              <a:cs typeface="Calibri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56F59CF-31E9-31A3-AEFE-607448936085}"/>
              </a:ext>
            </a:extLst>
          </p:cNvPr>
          <p:cNvSpPr txBox="1"/>
          <p:nvPr/>
        </p:nvSpPr>
        <p:spPr>
          <a:xfrm>
            <a:off x="3325064" y="2623250"/>
            <a:ext cx="2305334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7ED20777-8B07-C193-94DF-CF0BB96B1B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18844" y="1843809"/>
            <a:ext cx="398488" cy="333758"/>
          </a:xfrm>
          <a:prstGeom prst="rect">
            <a:avLst/>
          </a:prstGeom>
        </p:spPr>
      </p:pic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C95487D0-955E-0D02-955C-E42E28AFF808}"/>
              </a:ext>
            </a:extLst>
          </p:cNvPr>
          <p:cNvSpPr/>
          <p:nvPr/>
        </p:nvSpPr>
        <p:spPr>
          <a:xfrm>
            <a:off x="5974893" y="1674605"/>
            <a:ext cx="2560844" cy="3280385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E9E9E9"/>
              </a:gs>
              <a:gs pos="100000">
                <a:srgbClr val="FEFEFE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3F4CA937-25F3-5D96-B9B5-6A45B129847B}"/>
              </a:ext>
            </a:extLst>
          </p:cNvPr>
          <p:cNvSpPr txBox="1">
            <a:spLocks/>
          </p:cNvSpPr>
          <p:nvPr/>
        </p:nvSpPr>
        <p:spPr>
          <a:xfrm>
            <a:off x="6065508" y="2196178"/>
            <a:ext cx="2320669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CO" sz="1200" b="1">
                <a:solidFill>
                  <a:srgbClr val="1D1B80"/>
                </a:solidFill>
                <a:latin typeface="Arial"/>
                <a:cs typeface="Calibri"/>
              </a:rPr>
              <a:t>Entregables de </a:t>
            </a:r>
            <a:r>
              <a:rPr lang="es-CO" sz="1200" b="1" err="1">
                <a:solidFill>
                  <a:srgbClr val="00B0F0"/>
                </a:solidFill>
                <a:latin typeface="Arial"/>
                <a:cs typeface="Calibri"/>
              </a:rPr>
              <a:t>Xxxxxxxx</a:t>
            </a:r>
            <a:endParaRPr lang="es-CO" sz="1200" b="1">
              <a:solidFill>
                <a:srgbClr val="00B0F0"/>
              </a:solidFill>
              <a:latin typeface="Arial"/>
              <a:cs typeface="Calibri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2F9B0EA-D219-F658-7AEB-E335DC9C1C36}"/>
              </a:ext>
            </a:extLst>
          </p:cNvPr>
          <p:cNvSpPr txBox="1"/>
          <p:nvPr/>
        </p:nvSpPr>
        <p:spPr>
          <a:xfrm>
            <a:off x="6097303" y="2623250"/>
            <a:ext cx="2305334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818F63F8-117A-5F37-87B6-BCF751DF97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96427" y="1827211"/>
            <a:ext cx="287813" cy="366178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18D46CA2-02E3-2D32-8B08-8AB0B06F9D57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n 9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9A142E38-5118-8AF8-AB0E-125B8F4828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342" y="183626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591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ABB53806-5303-1338-E5D4-725313855A70}"/>
              </a:ext>
            </a:extLst>
          </p:cNvPr>
          <p:cNvSpPr/>
          <p:nvPr/>
        </p:nvSpPr>
        <p:spPr>
          <a:xfrm>
            <a:off x="0" y="0"/>
            <a:ext cx="9144000" cy="51482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7A58C86A-CF46-45FE-7599-15943B52FA9C}"/>
              </a:ext>
            </a:extLst>
          </p:cNvPr>
          <p:cNvGrpSpPr/>
          <p:nvPr/>
        </p:nvGrpSpPr>
        <p:grpSpPr>
          <a:xfrm>
            <a:off x="445717" y="1331253"/>
            <a:ext cx="1550783" cy="3542912"/>
            <a:chOff x="445717" y="1331253"/>
            <a:chExt cx="1550783" cy="3542912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AE23CC87-550F-1D3C-CCAA-B7BF3E7A2FD5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9" name="Rectángulo redondeado 8">
                <a:extLst>
                  <a:ext uri="{FF2B5EF4-FFF2-40B4-BE49-F238E27FC236}">
                    <a16:creationId xmlns:a16="http://schemas.microsoft.com/office/drawing/2014/main" id="{1977E006-F282-56F1-1443-1E3DFD20C1D9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20D9EAF-B9CB-F4FB-DA94-F60C5337A13D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xxxxxxxxxxxxxxxxxxxxxxx</a:t>
                </a:r>
                <a:endParaRPr lang="es-CO" sz="14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" name="Elipse 4">
                <a:extLst>
                  <a:ext uri="{FF2B5EF4-FFF2-40B4-BE49-F238E27FC236}">
                    <a16:creationId xmlns:a16="http://schemas.microsoft.com/office/drawing/2014/main" id="{8BB44342-A5D6-9B69-84D5-142F080B01C9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36A8EAC7-B13A-7318-8CF6-B9CD50F17807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xxxxxxxxxxxxxxxxxxxxxxxxxxxxxxxxxxxxxxxxxxxxxxxxxxxxxxxxxxxxxxxxxxxxxxxxxxxxxxxxxxxxxxxxxxxxxxxxxxxxxxxxxxxxxxxxxxxxxxxxxxxxxxxxxxxxxxxxxxxxxxxxxxxxxxxxxxxxxxxxxxx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3CDA744-3030-39AF-02EC-7EDC60529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 </a:t>
            </a:r>
          </a:p>
        </p:txBody>
      </p:sp>
      <p:sp>
        <p:nvSpPr>
          <p:cNvPr id="3" name="Marcador de contenido 6">
            <a:extLst>
              <a:ext uri="{FF2B5EF4-FFF2-40B4-BE49-F238E27FC236}">
                <a16:creationId xmlns:a16="http://schemas.microsoft.com/office/drawing/2014/main" id="{C497BE85-B93E-3D43-8C1A-C3FBF9AF4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308" y="508624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Perfiles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FA7465B8-2467-A46D-0494-9654654983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4919" y="1376315"/>
            <a:ext cx="900000" cy="900000"/>
          </a:xfrm>
          <a:prstGeom prst="rect">
            <a:avLst/>
          </a:prstGeom>
        </p:spPr>
      </p:pic>
      <p:grpSp>
        <p:nvGrpSpPr>
          <p:cNvPr id="25" name="Grupo 24">
            <a:extLst>
              <a:ext uri="{FF2B5EF4-FFF2-40B4-BE49-F238E27FC236}">
                <a16:creationId xmlns:a16="http://schemas.microsoft.com/office/drawing/2014/main" id="{0F357688-9109-2D2C-6751-40D5AF535341}"/>
              </a:ext>
            </a:extLst>
          </p:cNvPr>
          <p:cNvGrpSpPr/>
          <p:nvPr/>
        </p:nvGrpSpPr>
        <p:grpSpPr>
          <a:xfrm>
            <a:off x="2435455" y="1331253"/>
            <a:ext cx="1550783" cy="3542912"/>
            <a:chOff x="445717" y="1331253"/>
            <a:chExt cx="1550783" cy="3542912"/>
          </a:xfrm>
        </p:grpSpPr>
        <p:grpSp>
          <p:nvGrpSpPr>
            <p:cNvPr id="28" name="Grupo 27">
              <a:extLst>
                <a:ext uri="{FF2B5EF4-FFF2-40B4-BE49-F238E27FC236}">
                  <a16:creationId xmlns:a16="http://schemas.microsoft.com/office/drawing/2014/main" id="{78134B0E-144B-37DB-CB22-21F96314C3EC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30" name="Rectángulo redondeado 8">
                <a:extLst>
                  <a:ext uri="{FF2B5EF4-FFF2-40B4-BE49-F238E27FC236}">
                    <a16:creationId xmlns:a16="http://schemas.microsoft.com/office/drawing/2014/main" id="{1256C092-F364-6FC4-16FA-95E498AA167C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5508629C-0603-0631-6491-4AE86FCC4C05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xxxxxxxxxxxxxxxxxxxxxxx</a:t>
                </a:r>
                <a:endParaRPr lang="es-CO" sz="14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Elipse 31">
                <a:extLst>
                  <a:ext uri="{FF2B5EF4-FFF2-40B4-BE49-F238E27FC236}">
                    <a16:creationId xmlns:a16="http://schemas.microsoft.com/office/drawing/2014/main" id="{19E91CD8-4F90-A87B-73E7-3F31251BF146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07C7D5F2-671A-DC73-67E7-9DAB89A2FA11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xxxxxxxxxxxxxxxxxxxxxxxxxxxxxxxxxxxxxxxxxxxxxxxxxxxxxxxxxxxxxxxxxxxxxxxxxxxxxxxxxxxxxxxxxxxxxxxxxxxxxxxxxxxxxxxxxxxxxxxxxxxxxxxxxxxxxxxxxxxxxxxxxxxxxxxxxxxxxxxxxxx</a:t>
              </a:r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100CA3A1-3E29-AD5A-F8E8-C7960EFAD165}"/>
              </a:ext>
            </a:extLst>
          </p:cNvPr>
          <p:cNvGrpSpPr/>
          <p:nvPr/>
        </p:nvGrpSpPr>
        <p:grpSpPr>
          <a:xfrm>
            <a:off x="4539436" y="1293562"/>
            <a:ext cx="1550783" cy="3542912"/>
            <a:chOff x="445717" y="1331253"/>
            <a:chExt cx="1550783" cy="3542912"/>
          </a:xfrm>
        </p:grpSpPr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F24DD69C-8475-D7CD-0C30-EA6471E8B04E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47" name="Rectángulo redondeado 8">
                <a:extLst>
                  <a:ext uri="{FF2B5EF4-FFF2-40B4-BE49-F238E27FC236}">
                    <a16:creationId xmlns:a16="http://schemas.microsoft.com/office/drawing/2014/main" id="{B123DAD5-08CB-7305-F258-0CE44A7AE7B7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CA692F6B-3A5E-B844-36AE-5EF722FA14DF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xxxxxxxxxxxxxxxxxxxxxxx</a:t>
                </a:r>
                <a:endParaRPr lang="es-CO" sz="14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9" name="Elipse 48">
                <a:extLst>
                  <a:ext uri="{FF2B5EF4-FFF2-40B4-BE49-F238E27FC236}">
                    <a16:creationId xmlns:a16="http://schemas.microsoft.com/office/drawing/2014/main" id="{D792071B-B349-ABE3-F5B4-10E5DF176591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F8F3D9F8-B350-3380-A7B5-C849BF8040F8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xxxxxxxxxxxxxxxxxxxxxxxxxxxxxxxxxxxxxxxxxxxxxxxxxxxxxxxxxxxxxxxxxxxxxxxxxxxxxxxxxxxxxxxxxxxxxxxxxxxxxxxxxxxxxxxxxxxxxxxxxxxxxxxxxxxxxxxxxxxxxxxxxxxxxxxxxxxxxxxxxxx</a:t>
              </a:r>
            </a:p>
          </p:txBody>
        </p: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B4DA1892-E940-B7C3-6B2D-0732ADD8E2BC}"/>
              </a:ext>
            </a:extLst>
          </p:cNvPr>
          <p:cNvGrpSpPr/>
          <p:nvPr/>
        </p:nvGrpSpPr>
        <p:grpSpPr>
          <a:xfrm>
            <a:off x="6680393" y="1257706"/>
            <a:ext cx="1550783" cy="3542912"/>
            <a:chOff x="445717" y="1331253"/>
            <a:chExt cx="1550783" cy="3542912"/>
          </a:xfrm>
        </p:grpSpPr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3D05E1FC-7BC5-FD25-6D0C-5AD2B6B79FD7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53" name="Rectángulo redondeado 8">
                <a:extLst>
                  <a:ext uri="{FF2B5EF4-FFF2-40B4-BE49-F238E27FC236}">
                    <a16:creationId xmlns:a16="http://schemas.microsoft.com/office/drawing/2014/main" id="{3A1D45C9-8761-47E2-D52F-26564C0BBB4B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99272F2A-40A4-AE9F-CEAA-38280F9634FD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xxxxxxxxxxxxxxxxxxxxxxx</a:t>
                </a:r>
                <a:endParaRPr lang="es-CO" sz="14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5" name="Elipse 54">
                <a:extLst>
                  <a:ext uri="{FF2B5EF4-FFF2-40B4-BE49-F238E27FC236}">
                    <a16:creationId xmlns:a16="http://schemas.microsoft.com/office/drawing/2014/main" id="{45B36A2A-40FF-63BC-05D8-6180C14D9F0C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A786DEDB-6E70-0525-0C3F-B6DFE28A23FD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xxxxxxxxxxxxxxxxxxxxxxxxxxxxxxxxxxxxxxxxxxxxxxxxxxxxxxxxxxxxxxxxxxxxxxxxxxxxxxxxxxxxxxxxxxxxxxxxxxxxxxxxxxxxxxxxxxxxxxxxxxxxxxxxxxxxxxxxxxxxxxxxxxxxxxxxxxxxxxxxxxx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CE09FF79-8EF7-21CF-25D8-B08B10CC0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4657" y="1376315"/>
            <a:ext cx="900000" cy="900000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F2DD5A06-D2C2-0DEC-C428-3A61A2FD09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168" y="1302889"/>
            <a:ext cx="900000" cy="900000"/>
          </a:xfrm>
          <a:prstGeom prst="rect">
            <a:avLst/>
          </a:prstGeom>
        </p:spPr>
      </p:pic>
      <p:pic>
        <p:nvPicPr>
          <p:cNvPr id="13" name="Picture 6">
            <a:extLst>
              <a:ext uri="{FF2B5EF4-FFF2-40B4-BE49-F238E27FC236}">
                <a16:creationId xmlns:a16="http://schemas.microsoft.com/office/drawing/2014/main" id="{ACDA6A21-BDA1-7828-14F9-567A1457223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67770" y="1341108"/>
            <a:ext cx="901736" cy="900000"/>
          </a:xfrm>
          <a:prstGeom prst="rect">
            <a:avLst/>
          </a:prstGeom>
        </p:spPr>
      </p:pic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80355A9-B852-A109-95F1-5AF45462D69A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Imagen 14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A4C32516-3D63-C426-209B-4A1E10F0EB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342" y="183626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240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7F825-D0E1-0D7E-D88F-600A70F49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E69272D-EA08-D775-600A-ADA910C25D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8869"/>
            <a:ext cx="9183999" cy="5166000"/>
          </a:xfrm>
        </p:spPr>
      </p:pic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92DBB2A7-AA68-3FE1-D9C1-1FB4DA1A8360}"/>
              </a:ext>
            </a:extLst>
          </p:cNvPr>
          <p:cNvSpPr txBox="1">
            <a:spLocks/>
          </p:cNvSpPr>
          <p:nvPr/>
        </p:nvSpPr>
        <p:spPr>
          <a:xfrm>
            <a:off x="1478112" y="415901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Cronograma Aproximado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8A5C9A3-C051-46FE-F256-04797DDB7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020" y="875551"/>
            <a:ext cx="5013960" cy="3064892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BBBE3EA3-1B90-0886-DF4E-468518B0703D}"/>
              </a:ext>
            </a:extLst>
          </p:cNvPr>
          <p:cNvGrpSpPr/>
          <p:nvPr/>
        </p:nvGrpSpPr>
        <p:grpSpPr>
          <a:xfrm>
            <a:off x="1002341" y="4398349"/>
            <a:ext cx="7139318" cy="668026"/>
            <a:chOff x="1000542" y="4045286"/>
            <a:chExt cx="7139318" cy="560457"/>
          </a:xfrm>
        </p:grpSpPr>
        <p:sp>
          <p:nvSpPr>
            <p:cNvPr id="4" name="Redondear rectángulo de esquina diagonal 14">
              <a:extLst>
                <a:ext uri="{FF2B5EF4-FFF2-40B4-BE49-F238E27FC236}">
                  <a16:creationId xmlns:a16="http://schemas.microsoft.com/office/drawing/2014/main" id="{1F19676D-2121-1DCD-BEEA-6B0952C2FD83}"/>
                </a:ext>
              </a:extLst>
            </p:cNvPr>
            <p:cNvSpPr/>
            <p:nvPr/>
          </p:nvSpPr>
          <p:spPr>
            <a:xfrm>
              <a:off x="1000542" y="4045286"/>
              <a:ext cx="7139318" cy="560457"/>
            </a:xfrm>
            <a:prstGeom prst="round2DiagRect">
              <a:avLst>
                <a:gd name="adj1" fmla="val 8535"/>
                <a:gd name="adj2" fmla="val 29416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72000" tIns="324000" rIns="72000" bIns="72000" rtlCol="0" anchor="ctr"/>
            <a:lstStyle/>
            <a:p>
              <a:r>
                <a:rPr lang="es-ES" sz="1100" i="1">
                  <a:solidFill>
                    <a:srgbClr val="33333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* Proponemos un sprint 0 para realizar las reuniones iniciales – </a:t>
              </a:r>
              <a:r>
                <a:rPr lang="es-ES" sz="1100" i="1" err="1">
                  <a:solidFill>
                    <a:srgbClr val="33333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Kickoff</a:t>
              </a:r>
              <a:r>
                <a:rPr lang="es-ES" sz="1100" i="1">
                  <a:solidFill>
                    <a:srgbClr val="33333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y prepararnos para el inicio del proyecto..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E4E26894-6207-D69F-F6B4-A777780817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86815" y="4062426"/>
              <a:ext cx="349602" cy="274647"/>
            </a:xfrm>
            <a:prstGeom prst="rect">
              <a:avLst/>
            </a:prstGeom>
          </p:spPr>
        </p:pic>
      </p:grp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FED8D57-D154-F746-4B9F-FF96835040A0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n 9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A658C3A3-05C8-F460-C7AD-B44F1F1547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342" y="183626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792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CD988DD-AC33-9E6B-D671-548F3FE1BFC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719635" y="-8869"/>
            <a:ext cx="7550307" cy="5166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D48A82A4-D9F3-5273-ECA2-C69D0313CA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855" y="-12032"/>
            <a:ext cx="5885266" cy="52578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D381509-8BEE-0144-4CD4-A185D3292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414"/>
            <a:ext cx="5563602" cy="715004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Consideraciones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CDC1CC1-9645-9F59-E0AE-B130E0B7A8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BD6804FF-CCD7-71BD-0E3A-897D66E2B790}"/>
              </a:ext>
            </a:extLst>
          </p:cNvPr>
          <p:cNvGrpSpPr/>
          <p:nvPr/>
        </p:nvGrpSpPr>
        <p:grpSpPr>
          <a:xfrm>
            <a:off x="214328" y="1107495"/>
            <a:ext cx="4158890" cy="708641"/>
            <a:chOff x="7269844" y="1511795"/>
            <a:chExt cx="4158890" cy="831267"/>
          </a:xfrm>
        </p:grpSpPr>
        <p:sp>
          <p:nvSpPr>
            <p:cNvPr id="6" name="Redondear rectángulo de esquina diagonal 14">
              <a:extLst>
                <a:ext uri="{FF2B5EF4-FFF2-40B4-BE49-F238E27FC236}">
                  <a16:creationId xmlns:a16="http://schemas.microsoft.com/office/drawing/2014/main" id="{D27067DB-C9A6-102D-D81C-B99E0C27F2FE}"/>
                </a:ext>
              </a:extLst>
            </p:cNvPr>
            <p:cNvSpPr/>
            <p:nvPr/>
          </p:nvSpPr>
          <p:spPr>
            <a:xfrm>
              <a:off x="7269844" y="1511795"/>
              <a:ext cx="415889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Xxxxxxxxxxxxxxxxxxxxxxxxxxxxxxxxxxxxxxxxxxxxxxxxxxxxxxxxxxxxxxxxxxxxxxxxxxxxxxxxxxxxxxxxxxxxxxxxxxxxxxxxxxxxxxxxxxxxxxxxxxxxxxxxxxxxxxxxxxxxxxxxxxxxxxxxx.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A6DE15E4-D303-C19C-BBD2-A1FA6AAD5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B37A192E-35D4-0CD5-9184-7FBC8174BDF0}"/>
              </a:ext>
            </a:extLst>
          </p:cNvPr>
          <p:cNvGrpSpPr/>
          <p:nvPr/>
        </p:nvGrpSpPr>
        <p:grpSpPr>
          <a:xfrm>
            <a:off x="195637" y="1978913"/>
            <a:ext cx="4158890" cy="708641"/>
            <a:chOff x="7269844" y="1511795"/>
            <a:chExt cx="4158890" cy="831267"/>
          </a:xfrm>
        </p:grpSpPr>
        <p:sp>
          <p:nvSpPr>
            <p:cNvPr id="11" name="Redondear rectángulo de esquina diagonal 14">
              <a:extLst>
                <a:ext uri="{FF2B5EF4-FFF2-40B4-BE49-F238E27FC236}">
                  <a16:creationId xmlns:a16="http://schemas.microsoft.com/office/drawing/2014/main" id="{FB381829-7045-347E-2517-736DC1292B02}"/>
                </a:ext>
              </a:extLst>
            </p:cNvPr>
            <p:cNvSpPr/>
            <p:nvPr/>
          </p:nvSpPr>
          <p:spPr>
            <a:xfrm>
              <a:off x="7269844" y="1511795"/>
              <a:ext cx="415889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Xxxxxxxxxxxxxxxxxxxxxxxxxxxxxxxxxxxxxxxxxxxxxxxxxxxxxxxxxxxxxxxxxxxxxxxxxxxxxxxxxxxxxxxxxxxxxxxxxxxxxxxxxxxxxxxxxxxxxxxxxxxxxxxxxxxxxxxxxxxxxxxxxxxxxxxxx.</a:t>
              </a:r>
            </a:p>
          </p:txBody>
        </p:sp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DD68229A-67A5-760B-CE0F-AD54AB867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73EAF91-BF78-49BD-1089-768393847061}"/>
              </a:ext>
            </a:extLst>
          </p:cNvPr>
          <p:cNvGrpSpPr/>
          <p:nvPr/>
        </p:nvGrpSpPr>
        <p:grpSpPr>
          <a:xfrm>
            <a:off x="195637" y="2850332"/>
            <a:ext cx="4158890" cy="708641"/>
            <a:chOff x="7269844" y="1511795"/>
            <a:chExt cx="4158890" cy="831267"/>
          </a:xfrm>
        </p:grpSpPr>
        <p:sp>
          <p:nvSpPr>
            <p:cNvPr id="14" name="Redondear rectángulo de esquina diagonal 14">
              <a:extLst>
                <a:ext uri="{FF2B5EF4-FFF2-40B4-BE49-F238E27FC236}">
                  <a16:creationId xmlns:a16="http://schemas.microsoft.com/office/drawing/2014/main" id="{C93FF70A-FD5E-822C-066D-6DD30E239512}"/>
                </a:ext>
              </a:extLst>
            </p:cNvPr>
            <p:cNvSpPr/>
            <p:nvPr/>
          </p:nvSpPr>
          <p:spPr>
            <a:xfrm>
              <a:off x="7269844" y="1511795"/>
              <a:ext cx="415889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Xxxxxxxxxxxxxxxxxxxxxxxxxxxxxxxxxxxxxxxxxxxxxxxxxxxxxxxxxxxxxxxxxxxxxxxxxxxxxxxxxxxxxxxxxxxxxxxxxxxxxxxxxxxxxxxxxxxxxxxxxxxxxxxxxxxxxxxxxxxxxxxxxxxxxxxxx.</a:t>
              </a:r>
            </a:p>
          </p:txBody>
        </p: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0E8724D6-98B4-C102-E245-901B4B6F6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91D901DF-EAE7-4DE1-5BD9-7FD4D30DF9CB}"/>
              </a:ext>
            </a:extLst>
          </p:cNvPr>
          <p:cNvGrpSpPr/>
          <p:nvPr/>
        </p:nvGrpSpPr>
        <p:grpSpPr>
          <a:xfrm>
            <a:off x="176946" y="3721750"/>
            <a:ext cx="4158890" cy="708641"/>
            <a:chOff x="7269844" y="1511795"/>
            <a:chExt cx="4158890" cy="831267"/>
          </a:xfrm>
        </p:grpSpPr>
        <p:sp>
          <p:nvSpPr>
            <p:cNvPr id="17" name="Redondear rectángulo de esquina diagonal 14">
              <a:extLst>
                <a:ext uri="{FF2B5EF4-FFF2-40B4-BE49-F238E27FC236}">
                  <a16:creationId xmlns:a16="http://schemas.microsoft.com/office/drawing/2014/main" id="{FCB8464A-3B22-B3FC-E0B4-6C68291E015A}"/>
                </a:ext>
              </a:extLst>
            </p:cNvPr>
            <p:cNvSpPr/>
            <p:nvPr/>
          </p:nvSpPr>
          <p:spPr>
            <a:xfrm>
              <a:off x="7269844" y="1511795"/>
              <a:ext cx="415889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Xxxxxxxxxxxxxxxxxxxxxxxxxxxxxxxxxxxxxxxxxxxxxxxxxxxxxxxxxxxxxxxxxxxxxxxxxxxxxxxxxxxxxxxxxxxxxxxxxxxxxxxxxxxxxxxxxxxxxxxxxxxxxxxxxxxxxxxxxxxxxxxxxxxxxxxxx</a:t>
              </a:r>
              <a:r>
                <a:rPr lang="es-ES" sz="1200" i="1">
                  <a:solidFill>
                    <a:srgbClr val="333333"/>
                  </a:solidFill>
                  <a:ea typeface="Calibri"/>
                  <a:cs typeface="Calibri"/>
                </a:rPr>
                <a:t>.</a:t>
              </a:r>
            </a:p>
          </p:txBody>
        </p: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3BE65DDA-DE50-64E2-D375-F400981FF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8232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C3C08-5717-ECDB-D577-AA9A0C0CA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BA6F95EA-6B15-9F91-B97A-1DB50FDBDF12}"/>
              </a:ext>
            </a:extLst>
          </p:cNvPr>
          <p:cNvSpPr/>
          <p:nvPr/>
        </p:nvSpPr>
        <p:spPr>
          <a:xfrm>
            <a:off x="0" y="0"/>
            <a:ext cx="9144000" cy="51482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346AF1F0-005D-69A1-429D-D55892F72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6331" y="444918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MX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Fuera del Alcance del Servicio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41612057-2B64-6489-DB6F-6A962FC50C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87189" y="-8238"/>
            <a:ext cx="771769" cy="762000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6DCACBB9-107A-8BBA-43C5-7E8BAC0D3454}"/>
              </a:ext>
            </a:extLst>
          </p:cNvPr>
          <p:cNvGrpSpPr/>
          <p:nvPr/>
        </p:nvGrpSpPr>
        <p:grpSpPr>
          <a:xfrm>
            <a:off x="214327" y="855730"/>
            <a:ext cx="8525887" cy="708641"/>
            <a:chOff x="7269843" y="1511795"/>
            <a:chExt cx="8525887" cy="831267"/>
          </a:xfrm>
        </p:grpSpPr>
        <p:sp>
          <p:nvSpPr>
            <p:cNvPr id="7" name="Redondear rectángulo de esquina diagonal 14">
              <a:extLst>
                <a:ext uri="{FF2B5EF4-FFF2-40B4-BE49-F238E27FC236}">
                  <a16:creationId xmlns:a16="http://schemas.microsoft.com/office/drawing/2014/main" id="{8DCB538A-1F82-CB1F-B149-2F96654DD7BC}"/>
                </a:ext>
              </a:extLst>
            </p:cNvPr>
            <p:cNvSpPr/>
            <p:nvPr/>
          </p:nvSpPr>
          <p:spPr>
            <a:xfrm>
              <a:off x="7269843" y="1511795"/>
              <a:ext cx="8525887" cy="831267"/>
            </a:xfrm>
            <a:prstGeom prst="round2DiagRect">
              <a:avLst>
                <a:gd name="adj1" fmla="val 8535"/>
                <a:gd name="adj2" fmla="val 29416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r>
                <a:rPr lang="es-ES" sz="1200" i="1">
                  <a:solidFill>
                    <a:srgbClr val="333333"/>
                  </a:solidFill>
                  <a:latin typeface="Calibri"/>
                  <a:ea typeface="Calibri"/>
                  <a:cs typeface="Calibri"/>
                </a:rPr>
                <a:t>El servicio se prestará de acuerdo con la información obtenida hasta el momento; si estas definiciones cambian, las actividades adicionales serán evaluadas mediante la metodología de control de cambios.</a:t>
              </a:r>
              <a:endParaRPr lang="es-ES" sz="1200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4AF1792D-4677-36CA-AC15-E1EFDC81F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92ABF73B-428D-F894-7ADB-95AF13C310AA}"/>
              </a:ext>
            </a:extLst>
          </p:cNvPr>
          <p:cNvGrpSpPr/>
          <p:nvPr/>
        </p:nvGrpSpPr>
        <p:grpSpPr>
          <a:xfrm>
            <a:off x="227280" y="2205814"/>
            <a:ext cx="5878358" cy="355487"/>
            <a:chOff x="-204003" y="1930587"/>
            <a:chExt cx="5878358" cy="355487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D68E168B-332C-9310-ABEC-7EAF7E89E27B}"/>
                </a:ext>
              </a:extLst>
            </p:cNvPr>
            <p:cNvSpPr/>
            <p:nvPr/>
          </p:nvSpPr>
          <p:spPr>
            <a:xfrm>
              <a:off x="-132263" y="1930587"/>
              <a:ext cx="580661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0FBEF93A-083B-ABA1-C0D0-6A7D3564F91C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0B98600-DB3E-EDC7-F51F-46A9E8BD08D1}"/>
              </a:ext>
            </a:extLst>
          </p:cNvPr>
          <p:cNvGrpSpPr/>
          <p:nvPr/>
        </p:nvGrpSpPr>
        <p:grpSpPr>
          <a:xfrm>
            <a:off x="227280" y="2607841"/>
            <a:ext cx="5878358" cy="355487"/>
            <a:chOff x="-204003" y="1930587"/>
            <a:chExt cx="5878358" cy="355487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69D72D67-4ACF-C0EB-7F4C-5B0827A003C7}"/>
                </a:ext>
              </a:extLst>
            </p:cNvPr>
            <p:cNvSpPr/>
            <p:nvPr/>
          </p:nvSpPr>
          <p:spPr>
            <a:xfrm>
              <a:off x="-132264" y="1930587"/>
              <a:ext cx="5806619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1067D93C-0BA8-E946-BD24-33F7D27CA5C5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90A98122-4A9D-6509-4444-B53433F26EFC}"/>
              </a:ext>
            </a:extLst>
          </p:cNvPr>
          <p:cNvGrpSpPr/>
          <p:nvPr/>
        </p:nvGrpSpPr>
        <p:grpSpPr>
          <a:xfrm>
            <a:off x="227280" y="3009283"/>
            <a:ext cx="5884368" cy="398454"/>
            <a:chOff x="-204003" y="1930587"/>
            <a:chExt cx="5884368" cy="398454"/>
          </a:xfrm>
        </p:grpSpPr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54D1D6F3-D422-2BEA-3D35-F93479563641}"/>
                </a:ext>
              </a:extLst>
            </p:cNvPr>
            <p:cNvSpPr/>
            <p:nvPr/>
          </p:nvSpPr>
          <p:spPr>
            <a:xfrm>
              <a:off x="-132263" y="1930587"/>
              <a:ext cx="5812628" cy="3984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43DED962-1DF0-8C67-C008-9C3E2CFD7D52}"/>
                </a:ext>
              </a:extLst>
            </p:cNvPr>
            <p:cNvSpPr/>
            <p:nvPr/>
          </p:nvSpPr>
          <p:spPr>
            <a:xfrm>
              <a:off x="-204003" y="1930587"/>
              <a:ext cx="71740" cy="398454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49A1E106-105C-3E68-1E1D-879E309DCC2E}"/>
              </a:ext>
            </a:extLst>
          </p:cNvPr>
          <p:cNvGrpSpPr/>
          <p:nvPr/>
        </p:nvGrpSpPr>
        <p:grpSpPr>
          <a:xfrm>
            <a:off x="227280" y="3483716"/>
            <a:ext cx="5884368" cy="355487"/>
            <a:chOff x="-204003" y="1930587"/>
            <a:chExt cx="5884368" cy="355487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26933317-4978-ADAD-ACA8-2EF49FC61682}"/>
                </a:ext>
              </a:extLst>
            </p:cNvPr>
            <p:cNvSpPr/>
            <p:nvPr/>
          </p:nvSpPr>
          <p:spPr>
            <a:xfrm>
              <a:off x="-132263" y="1930587"/>
              <a:ext cx="581262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lang="es-MX" sz="1200" b="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B0263F3C-A0EA-05D9-ED1F-92FFDC22ED05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F33AC1E3-20B7-B3A4-E516-B0D7D5896867}"/>
              </a:ext>
            </a:extLst>
          </p:cNvPr>
          <p:cNvGrpSpPr/>
          <p:nvPr/>
        </p:nvGrpSpPr>
        <p:grpSpPr>
          <a:xfrm>
            <a:off x="227280" y="3885158"/>
            <a:ext cx="5884368" cy="355487"/>
            <a:chOff x="-204003" y="1930587"/>
            <a:chExt cx="5884368" cy="355487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76F0C6C7-175D-46E6-68FF-DEBE37E50F78}"/>
                </a:ext>
              </a:extLst>
            </p:cNvPr>
            <p:cNvSpPr/>
            <p:nvPr/>
          </p:nvSpPr>
          <p:spPr>
            <a:xfrm>
              <a:off x="-132263" y="1930587"/>
              <a:ext cx="581262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A974C9A2-14A1-1EAF-1E99-CC51740C8B0B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D234F398-F4B2-B404-F05C-6434B556EA2E}"/>
              </a:ext>
            </a:extLst>
          </p:cNvPr>
          <p:cNvGrpSpPr/>
          <p:nvPr/>
        </p:nvGrpSpPr>
        <p:grpSpPr>
          <a:xfrm>
            <a:off x="214327" y="4286599"/>
            <a:ext cx="5891312" cy="355487"/>
            <a:chOff x="-204003" y="1930587"/>
            <a:chExt cx="5882362" cy="355487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9EE9F8BF-97F3-5C98-52DB-D8AE3630F52D}"/>
                </a:ext>
              </a:extLst>
            </p:cNvPr>
            <p:cNvSpPr/>
            <p:nvPr/>
          </p:nvSpPr>
          <p:spPr>
            <a:xfrm>
              <a:off x="-132262" y="1930587"/>
              <a:ext cx="5810621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  <a:p>
              <a:endPara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5B2DEE7D-5B5F-ABA2-4990-BDFAD341E224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61D63969-6766-7769-A902-0D9872F7EEEA}"/>
              </a:ext>
            </a:extLst>
          </p:cNvPr>
          <p:cNvSpPr/>
          <p:nvPr/>
        </p:nvSpPr>
        <p:spPr>
          <a:xfrm>
            <a:off x="6249118" y="1673727"/>
            <a:ext cx="2491095" cy="3014311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02AE3E"/>
              </a:gs>
              <a:gs pos="100000">
                <a:srgbClr val="1D5180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Título 1">
            <a:extLst>
              <a:ext uri="{FF2B5EF4-FFF2-40B4-BE49-F238E27FC236}">
                <a16:creationId xmlns:a16="http://schemas.microsoft.com/office/drawing/2014/main" id="{F2E7810F-CDA4-75EA-2AAD-067FAD0196F2}"/>
              </a:ext>
            </a:extLst>
          </p:cNvPr>
          <p:cNvSpPr txBox="1">
            <a:spLocks/>
          </p:cNvSpPr>
          <p:nvPr/>
        </p:nvSpPr>
        <p:spPr>
          <a:xfrm>
            <a:off x="6641933" y="1790661"/>
            <a:ext cx="1979946" cy="35528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200" b="1">
                <a:solidFill>
                  <a:schemeClr val="bg1"/>
                </a:solidFill>
                <a:latin typeface="Arial"/>
                <a:cs typeface="Calibri"/>
              </a:rPr>
              <a:t>Fuera del Alcance Pruebas de Calidad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EB39180-4599-F0E8-98C1-AF66EAA3A51C}"/>
              </a:ext>
            </a:extLst>
          </p:cNvPr>
          <p:cNvSpPr txBox="1"/>
          <p:nvPr/>
        </p:nvSpPr>
        <p:spPr>
          <a:xfrm>
            <a:off x="6366850" y="2346597"/>
            <a:ext cx="2255029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Xxxxxxxxxxxxxxxxxxx</a:t>
            </a:r>
            <a:endParaRPr lang="es-ES" sz="1200">
              <a:solidFill>
                <a:schemeClr val="bg1"/>
              </a:solidFill>
              <a:cs typeface="Arial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Xxxxxxxxxxxxxxxxxxxxx</a:t>
            </a:r>
            <a:endParaRPr lang="es-ES" sz="1200">
              <a:solidFill>
                <a:schemeClr val="bg1"/>
              </a:solidFill>
              <a:cs typeface="Arial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Xxxxxxxxxxxxxxxxxxxxxxx</a:t>
            </a:r>
            <a:endParaRPr lang="es-ES" sz="1200">
              <a:solidFill>
                <a:schemeClr val="bg1"/>
              </a:solidFill>
              <a:cs typeface="Arial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Xxxxxxxxxxxxxxxxxxxxxxxx</a:t>
            </a:r>
            <a:endParaRPr lang="es-ES" sz="1200">
              <a:solidFill>
                <a:schemeClr val="bg1"/>
              </a:solidFill>
              <a:cs typeface="Arial"/>
            </a:endParaRP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722C3C80-0DBD-923E-CAC4-E19EA8EF0BE5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rcRect/>
          <a:stretch/>
        </p:blipFill>
        <p:spPr>
          <a:xfrm>
            <a:off x="6346885" y="1816136"/>
            <a:ext cx="295048" cy="295048"/>
          </a:xfrm>
          <a:prstGeom prst="rect">
            <a:avLst/>
          </a:prstGeom>
        </p:spPr>
      </p:pic>
      <p:sp>
        <p:nvSpPr>
          <p:cNvPr id="35" name="Título 1">
            <a:extLst>
              <a:ext uri="{FF2B5EF4-FFF2-40B4-BE49-F238E27FC236}">
                <a16:creationId xmlns:a16="http://schemas.microsoft.com/office/drawing/2014/main" id="{4913600D-1E49-67A7-392A-88C5CA125ECB}"/>
              </a:ext>
            </a:extLst>
          </p:cNvPr>
          <p:cNvSpPr txBox="1">
            <a:spLocks/>
          </p:cNvSpPr>
          <p:nvPr/>
        </p:nvSpPr>
        <p:spPr>
          <a:xfrm>
            <a:off x="509374" y="1673727"/>
            <a:ext cx="5596263" cy="35528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200" b="1">
                <a:solidFill>
                  <a:srgbClr val="1D1B80"/>
                </a:solidFill>
                <a:latin typeface="Arial"/>
                <a:cs typeface="Calibri"/>
              </a:rPr>
              <a:t>Fuera del Alcance Técnico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0A8FDF0A-F7E0-F61C-F2EA-A6A962E2DC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15147" y="1699202"/>
            <a:ext cx="293408" cy="295048"/>
          </a:xfrm>
          <a:prstGeom prst="rect">
            <a:avLst/>
          </a:prstGeom>
        </p:spPr>
      </p:pic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1C21358C-929A-40EE-2AFD-2203BDDDE7F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F34D16C8-155E-EBBD-A728-384174DCB3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27" y="4821375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685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CE799F-F602-F52A-6D6D-95B133AEE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C903F64-EAA7-BB46-0E62-937768D7624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5562E29C-7488-D540-0CEE-3099B1E47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3359" y="401837"/>
            <a:ext cx="2937281" cy="38318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Responsabilidades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A8C2C76B-C74C-45D1-4557-A5D7DFC1B2E3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upo 30">
            <a:extLst>
              <a:ext uri="{FF2B5EF4-FFF2-40B4-BE49-F238E27FC236}">
                <a16:creationId xmlns:a16="http://schemas.microsoft.com/office/drawing/2014/main" id="{05D23F6C-033B-C66A-80D3-86FFD17BC739}"/>
              </a:ext>
            </a:extLst>
          </p:cNvPr>
          <p:cNvGrpSpPr/>
          <p:nvPr/>
        </p:nvGrpSpPr>
        <p:grpSpPr>
          <a:xfrm>
            <a:off x="1359206" y="2484639"/>
            <a:ext cx="2954417" cy="540103"/>
            <a:chOff x="774555" y="1621088"/>
            <a:chExt cx="2954417" cy="664985"/>
          </a:xfrm>
        </p:grpSpPr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A6ECAC77-F200-F9FA-D28E-B091BD1D4405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Garantizar la disponibilidad de cada uno de los recursos asignados al proyecto. </a:t>
              </a:r>
            </a:p>
          </p:txBody>
        </p: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CD306B7A-DE70-237C-6026-7D4C843E6B9F}"/>
                </a:ext>
              </a:extLst>
            </p:cNvPr>
            <p:cNvSpPr/>
            <p:nvPr/>
          </p:nvSpPr>
          <p:spPr>
            <a:xfrm>
              <a:off x="774555" y="1621089"/>
              <a:ext cx="61811" cy="664984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4EFC27B4-116B-A2FC-D53C-E763C642DB03}"/>
              </a:ext>
            </a:extLst>
          </p:cNvPr>
          <p:cNvGrpSpPr/>
          <p:nvPr/>
        </p:nvGrpSpPr>
        <p:grpSpPr>
          <a:xfrm>
            <a:off x="1359206" y="1746291"/>
            <a:ext cx="2954417" cy="664986"/>
            <a:chOff x="774555" y="1621088"/>
            <a:chExt cx="2954417" cy="664986"/>
          </a:xfrm>
        </p:grpSpPr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88F495E8-0CE9-2A99-2C88-0C865F874FAB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Elaborar un plan de trabajo en AZURE DEVOPS con tareas y las fechas estimadas, de acuerdo con el tiempo total fijado en el contrato</a:t>
              </a:r>
            </a:p>
          </p:txBody>
        </p:sp>
        <p:sp>
          <p:nvSpPr>
            <p:cNvPr id="49" name="Rectángulo 48">
              <a:extLst>
                <a:ext uri="{FF2B5EF4-FFF2-40B4-BE49-F238E27FC236}">
                  <a16:creationId xmlns:a16="http://schemas.microsoft.com/office/drawing/2014/main" id="{754E67F8-E021-96E4-D60A-11AD65452511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F3250AD5-118C-9FDE-D513-A2CEF69199E9}"/>
              </a:ext>
            </a:extLst>
          </p:cNvPr>
          <p:cNvGrpSpPr/>
          <p:nvPr/>
        </p:nvGrpSpPr>
        <p:grpSpPr>
          <a:xfrm>
            <a:off x="1359206" y="3098104"/>
            <a:ext cx="2954417" cy="924261"/>
            <a:chOff x="774555" y="1844199"/>
            <a:chExt cx="2954417" cy="537387"/>
          </a:xfrm>
        </p:grpSpPr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177452CA-022F-0641-A4CD-066792985D70}"/>
                </a:ext>
              </a:extLst>
            </p:cNvPr>
            <p:cNvSpPr/>
            <p:nvPr/>
          </p:nvSpPr>
          <p:spPr>
            <a:xfrm>
              <a:off x="851229" y="1844200"/>
              <a:ext cx="2877743" cy="5373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defRPr/>
              </a:pP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CBIT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, en base a los insumos entregados por            </a:t>
              </a: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              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      y             para el correcto desarrollo del proyecto se elaborará y administrará la matriz de riesgos y recomendará alternativas de mitigación de riesgo. </a:t>
              </a:r>
              <a:endParaRPr lang="es-ES" dirty="0"/>
            </a:p>
          </p:txBody>
        </p: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C23860C8-46D0-E41E-015E-C40111DA5865}"/>
                </a:ext>
              </a:extLst>
            </p:cNvPr>
            <p:cNvSpPr/>
            <p:nvPr/>
          </p:nvSpPr>
          <p:spPr>
            <a:xfrm>
              <a:off x="774555" y="1844199"/>
              <a:ext cx="71739" cy="50589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55F005D6-92F7-450F-BB13-53931F1E82CD}"/>
              </a:ext>
            </a:extLst>
          </p:cNvPr>
          <p:cNvGrpSpPr/>
          <p:nvPr/>
        </p:nvGrpSpPr>
        <p:grpSpPr>
          <a:xfrm>
            <a:off x="1359206" y="4076907"/>
            <a:ext cx="2954417" cy="664986"/>
            <a:chOff x="774555" y="1621088"/>
            <a:chExt cx="2954417" cy="664986"/>
          </a:xfrm>
        </p:grpSpPr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3282CDBA-EE53-8AAE-5251-665913CF8B35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Las entregas de parte de </a:t>
              </a:r>
              <a:r>
                <a:rPr lang="es-MX" sz="1000" b="1">
                  <a:solidFill>
                    <a:srgbClr val="333333"/>
                  </a:solidFill>
                  <a:latin typeface="Arial"/>
                  <a:cs typeface="Arial"/>
                </a:rPr>
                <a:t>CBIT </a:t>
              </a: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se deben realizar técnicamente a las personas definidas por          </a:t>
              </a:r>
              <a:r>
                <a:rPr lang="es-MX" sz="1000" b="1">
                  <a:solidFill>
                    <a:srgbClr val="333333"/>
                  </a:solidFill>
                  <a:latin typeface="Arial"/>
                  <a:cs typeface="Arial"/>
                </a:rPr>
                <a:t>              </a:t>
              </a: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mediante una sesión de entendimiento.</a:t>
              </a:r>
            </a:p>
          </p:txBody>
        </p:sp>
        <p:sp>
          <p:nvSpPr>
            <p:cNvPr id="45" name="Rectángulo 44">
              <a:extLst>
                <a:ext uri="{FF2B5EF4-FFF2-40B4-BE49-F238E27FC236}">
                  <a16:creationId xmlns:a16="http://schemas.microsoft.com/office/drawing/2014/main" id="{57E65FB7-074F-B2C5-C370-BDE7B3409CE2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735E9B57-E339-B98E-DB96-A2076B7FC669}"/>
              </a:ext>
            </a:extLst>
          </p:cNvPr>
          <p:cNvGrpSpPr/>
          <p:nvPr/>
        </p:nvGrpSpPr>
        <p:grpSpPr>
          <a:xfrm>
            <a:off x="5137113" y="1714749"/>
            <a:ext cx="2954417" cy="1076384"/>
            <a:chOff x="774555" y="1621088"/>
            <a:chExt cx="2954417" cy="877257"/>
          </a:xfrm>
        </p:grpSpPr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79EC7EB7-72F0-65AC-1F74-633940729E83}"/>
                </a:ext>
              </a:extLst>
            </p:cNvPr>
            <p:cNvSpPr/>
            <p:nvPr/>
          </p:nvSpPr>
          <p:spPr>
            <a:xfrm>
              <a:off x="851229" y="1621088"/>
              <a:ext cx="2877743" cy="8772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Una vez terminado el desarrollo </a:t>
              </a:r>
              <a:r>
                <a:rPr lang="es-MX" sz="1000" b="1">
                  <a:solidFill>
                    <a:srgbClr val="333333"/>
                  </a:solidFill>
                  <a:latin typeface="Arial"/>
                  <a:cs typeface="Arial"/>
                </a:rPr>
                <a:t>CBIT </a:t>
              </a: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notificará formalmente, para que	                      efectúe pruebas, si transcurridos quince (15) días calendario no se recibe ninguna notificación del proceso de pruebas, </a:t>
              </a:r>
              <a:r>
                <a:rPr lang="es-MX" sz="1000" b="1">
                  <a:solidFill>
                    <a:srgbClr val="333333"/>
                  </a:solidFill>
                  <a:latin typeface="Arial"/>
                  <a:cs typeface="Arial"/>
                </a:rPr>
                <a:t>CBIT </a:t>
              </a: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dará por entregado a satisfacción el producto</a:t>
              </a:r>
            </a:p>
          </p:txBody>
        </p:sp>
        <p:sp>
          <p:nvSpPr>
            <p:cNvPr id="43" name="Rectángulo 42">
              <a:extLst>
                <a:ext uri="{FF2B5EF4-FFF2-40B4-BE49-F238E27FC236}">
                  <a16:creationId xmlns:a16="http://schemas.microsoft.com/office/drawing/2014/main" id="{2FCE3A72-8B96-988B-A2C5-73D740FF484C}"/>
                </a:ext>
              </a:extLst>
            </p:cNvPr>
            <p:cNvSpPr/>
            <p:nvPr/>
          </p:nvSpPr>
          <p:spPr>
            <a:xfrm>
              <a:off x="774555" y="1621089"/>
              <a:ext cx="71740" cy="877256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4F0AD769-6F37-2A7A-C7D4-3398E92D2B04}"/>
              </a:ext>
            </a:extLst>
          </p:cNvPr>
          <p:cNvGrpSpPr/>
          <p:nvPr/>
        </p:nvGrpSpPr>
        <p:grpSpPr>
          <a:xfrm>
            <a:off x="5137113" y="2849826"/>
            <a:ext cx="2954417" cy="1227710"/>
            <a:chOff x="774555" y="1621088"/>
            <a:chExt cx="2954417" cy="764337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D9095CD8-3B1C-7CBB-6912-D4E4614B41B5}"/>
                </a:ext>
              </a:extLst>
            </p:cNvPr>
            <p:cNvSpPr/>
            <p:nvPr/>
          </p:nvSpPr>
          <p:spPr>
            <a:xfrm>
              <a:off x="851229" y="1621088"/>
              <a:ext cx="2877743" cy="7643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No</a:t>
              </a:r>
              <a:r>
                <a:rPr lang="es-MX" sz="1000" b="1">
                  <a:solidFill>
                    <a:srgbClr val="333333"/>
                  </a:solidFill>
                  <a:latin typeface="Arial"/>
                  <a:cs typeface="Arial"/>
                </a:rPr>
                <a:t> </a:t>
              </a: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podrá contratar directa o indirectamente al personal de </a:t>
              </a:r>
              <a:r>
                <a:rPr lang="es-MX" sz="1000" b="1">
                  <a:solidFill>
                    <a:srgbClr val="333333"/>
                  </a:solidFill>
                  <a:latin typeface="Arial"/>
                  <a:cs typeface="Arial"/>
                </a:rPr>
                <a:t>CBIT </a:t>
              </a: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para la realización de alguna labor relacionada, por un término no menor de dos (2) años después de la terminación del proyecto</a:t>
              </a:r>
            </a:p>
          </p:txBody>
        </p:sp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EFE947B2-6C19-B904-5921-0234E71BF118}"/>
                </a:ext>
              </a:extLst>
            </p:cNvPr>
            <p:cNvSpPr/>
            <p:nvPr/>
          </p:nvSpPr>
          <p:spPr>
            <a:xfrm>
              <a:off x="774555" y="1621089"/>
              <a:ext cx="71740" cy="764336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351D1625-7F02-4D7E-7378-A6647BFFADD4}"/>
              </a:ext>
            </a:extLst>
          </p:cNvPr>
          <p:cNvGrpSpPr/>
          <p:nvPr/>
        </p:nvGrpSpPr>
        <p:grpSpPr>
          <a:xfrm>
            <a:off x="5137113" y="4102422"/>
            <a:ext cx="2954417" cy="664986"/>
            <a:chOff x="774555" y="1621088"/>
            <a:chExt cx="2954417" cy="664986"/>
          </a:xfrm>
        </p:grpSpPr>
        <p:sp>
          <p:nvSpPr>
            <p:cNvPr id="38" name="Rectángulo 37">
              <a:extLst>
                <a:ext uri="{FF2B5EF4-FFF2-40B4-BE49-F238E27FC236}">
                  <a16:creationId xmlns:a16="http://schemas.microsoft.com/office/drawing/2014/main" id="{5448D2A5-2218-2BED-36F6-6CC3856E2A34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Será responsable de informar oficialmente a través de la Gerencia del Proyecto, los cambios o ajustes a implementar.</a:t>
              </a:r>
            </a:p>
          </p:txBody>
        </p:sp>
        <p:sp>
          <p:nvSpPr>
            <p:cNvPr id="39" name="Rectángulo 38">
              <a:extLst>
                <a:ext uri="{FF2B5EF4-FFF2-40B4-BE49-F238E27FC236}">
                  <a16:creationId xmlns:a16="http://schemas.microsoft.com/office/drawing/2014/main" id="{3D93D117-1C1D-FFE8-6F34-C73DD641357A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Título 1">
            <a:extLst>
              <a:ext uri="{FF2B5EF4-FFF2-40B4-BE49-F238E27FC236}">
                <a16:creationId xmlns:a16="http://schemas.microsoft.com/office/drawing/2014/main" id="{86A20F86-00FD-B9B6-4B58-0EC70E131A4D}"/>
              </a:ext>
            </a:extLst>
          </p:cNvPr>
          <p:cNvSpPr txBox="1">
            <a:spLocks/>
          </p:cNvSpPr>
          <p:nvPr/>
        </p:nvSpPr>
        <p:spPr>
          <a:xfrm>
            <a:off x="1793690" y="4339289"/>
            <a:ext cx="1115238" cy="193917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MX" sz="1000" b="1" dirty="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&lt;&lt;Logo Cliente&gt;&gt;</a:t>
            </a:r>
            <a:endParaRPr lang="es-CO" sz="1000" b="1" dirty="0">
              <a:solidFill>
                <a:srgbClr val="00B0F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" name="Imagen 9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6461CE9C-662E-94FC-790D-2160E52F9A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342" y="183626"/>
            <a:ext cx="691923" cy="249957"/>
          </a:xfrm>
          <a:prstGeom prst="rect">
            <a:avLst/>
          </a:prstGeom>
        </p:spPr>
      </p:pic>
      <p:pic>
        <p:nvPicPr>
          <p:cNvPr id="14" name="Imagen 13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EC0F448A-3691-D45B-458A-F34A30F3CA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7756" y="1174337"/>
            <a:ext cx="1207253" cy="436120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A3B3A3BF-65EE-C939-7417-62957D7D7618}"/>
              </a:ext>
            </a:extLst>
          </p:cNvPr>
          <p:cNvSpPr txBox="1">
            <a:spLocks/>
          </p:cNvSpPr>
          <p:nvPr/>
        </p:nvSpPr>
        <p:spPr>
          <a:xfrm>
            <a:off x="1453319" y="3287124"/>
            <a:ext cx="1115238" cy="193917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MX" sz="1000" b="1" dirty="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&lt;&lt;Logo Cliente&gt;&gt;</a:t>
            </a:r>
            <a:endParaRPr lang="es-CO" sz="1000" b="1" dirty="0">
              <a:solidFill>
                <a:srgbClr val="00B0F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DF886FEF-659C-7E4C-197E-675995F6F7F7}"/>
              </a:ext>
            </a:extLst>
          </p:cNvPr>
          <p:cNvSpPr txBox="1">
            <a:spLocks/>
          </p:cNvSpPr>
          <p:nvPr/>
        </p:nvSpPr>
        <p:spPr>
          <a:xfrm>
            <a:off x="6620924" y="1927199"/>
            <a:ext cx="1115238" cy="193917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MX" sz="1000" b="1" dirty="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&lt;&lt;Logo Cliente&gt;&gt;</a:t>
            </a:r>
            <a:endParaRPr lang="es-CO" sz="1000" b="1" dirty="0">
              <a:solidFill>
                <a:srgbClr val="00B0F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99106BAD-45F3-EFCF-E2AC-62C78D4254C1}"/>
              </a:ext>
            </a:extLst>
          </p:cNvPr>
          <p:cNvSpPr txBox="1">
            <a:spLocks/>
          </p:cNvSpPr>
          <p:nvPr/>
        </p:nvSpPr>
        <p:spPr>
          <a:xfrm>
            <a:off x="5623746" y="1212937"/>
            <a:ext cx="2052544" cy="501811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MX" sz="2000" b="1" dirty="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&lt;&lt;Logo Cliente&gt;&gt;</a:t>
            </a:r>
            <a:endParaRPr lang="es-CO" sz="2000" b="1" dirty="0">
              <a:solidFill>
                <a:srgbClr val="00B0F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66355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E4D92A-EC14-3A58-2E27-69907DDC6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C3865DE4-1DEB-8163-86F3-158C46DB9D2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40645AC-7D69-B9F7-79A5-FD738571F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314" y="492237"/>
            <a:ext cx="3199301" cy="383183"/>
          </a:xfrm>
        </p:spPr>
        <p:txBody>
          <a:bodyPr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CO" sz="1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Metodología Ágil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26E790A-0B26-0580-BABA-CFC2A4D7841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99EC3E1B-C801-4EC0-2102-B6E8A06AB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715" y="3221974"/>
            <a:ext cx="1293086" cy="106923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4FE6955-77F7-BD1B-60B4-2F500C93C6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797" y="3221974"/>
            <a:ext cx="1388340" cy="106923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7345CB4-5FF2-EA52-90C7-4F1DC2B1EC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867" y="3221974"/>
            <a:ext cx="1390721" cy="106923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CE46AF2-BAAE-5D2D-B426-9046EEB7AF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122" y="2145218"/>
            <a:ext cx="1293086" cy="116211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F75479F-5666-7DBD-D823-CD8DDFFE52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603" y="2145218"/>
            <a:ext cx="1390721" cy="106923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240A8B2-534B-4749-2BAD-252FC36F20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8604" y="2144656"/>
            <a:ext cx="1390721" cy="106923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C64F372-A059-CDCF-D89E-73707BF421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605" y="2144746"/>
            <a:ext cx="1390721" cy="106923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88A80F0-564A-4F3E-3D56-EDFC4CAC1CA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815" y="2142888"/>
            <a:ext cx="1390721" cy="106923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22CD5E1-9607-3FC1-AEB5-9F3DFDBB518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760" y="3348739"/>
            <a:ext cx="471512" cy="50246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A687E87-9495-07A8-FFD6-EE1CFCE3444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018" y="3435107"/>
            <a:ext cx="588199" cy="321485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404D7ABB-7692-6A8B-0CB7-87B238E78D6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392" y="3393985"/>
            <a:ext cx="566767" cy="45722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03674D03-7931-3774-4955-5B634D09B83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131" y="2280407"/>
            <a:ext cx="552479" cy="58343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CB3DC3C6-B7F4-AEF8-2EB4-114675DDF16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106" y="2239792"/>
            <a:ext cx="616775" cy="64058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56CB99DD-112E-390F-1E65-222613F64DD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422" y="2297674"/>
            <a:ext cx="538190" cy="569148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CC10E765-0F8F-AA6E-0DA3-4DAAB886F0F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1704" y="2278949"/>
            <a:ext cx="588199" cy="533428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656925A-8F80-6E06-9D68-3FF8D96E5C5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8541" y="2243230"/>
            <a:ext cx="588199" cy="604868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917CD321-A047-A7B8-008E-68B876827DB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158" y="1067339"/>
            <a:ext cx="1295467" cy="1162110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40C8B844-8BE2-23AE-1D88-ED988001985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2253" y="1071794"/>
            <a:ext cx="1390721" cy="1069236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C50387F4-1B3E-11C5-17C9-2DF2F73A4FE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715" y="1067339"/>
            <a:ext cx="1388340" cy="1069236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4620A558-BB82-D617-9E78-CBCCAE230A3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797" y="1067339"/>
            <a:ext cx="1388340" cy="1069236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9772B2C1-6FE7-3937-9153-0F2C3ACA824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867" y="1068463"/>
            <a:ext cx="1390721" cy="1069236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F21A2FE4-22CD-DFB0-AAA8-C7AD80872E8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041" y="1263483"/>
            <a:ext cx="447698" cy="473893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84487133-A236-4AFF-DFD3-DF476474524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098" y="1269062"/>
            <a:ext cx="433410" cy="500088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E81AE941-A287-17A3-917E-93ECE5A16B80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2648" y="1239994"/>
            <a:ext cx="578674" cy="471512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CB3FCC1C-E18E-FA64-7DB7-E674ED38470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067" y="1258720"/>
            <a:ext cx="488181" cy="478656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5B352378-5EDB-C0C4-7EAB-C743313D118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710" y="1239994"/>
            <a:ext cx="466749" cy="454842"/>
          </a:xfrm>
          <a:prstGeom prst="rect">
            <a:avLst/>
          </a:prstGeom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D549D440-15C6-A35F-4623-1484ECB8AB47}"/>
              </a:ext>
            </a:extLst>
          </p:cNvPr>
          <p:cNvSpPr txBox="1"/>
          <p:nvPr/>
        </p:nvSpPr>
        <p:spPr>
          <a:xfrm>
            <a:off x="2374708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DEFINICIÓN DE LA</a:t>
            </a:r>
            <a:br>
              <a:rPr lang="es-CO" sz="675"/>
            </a:br>
            <a:r>
              <a:rPr lang="es-CO" sz="675"/>
              <a:t>VISIÓN DEL PROYECTO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9F9514D-1B33-7D28-05AE-98F52E72EE5E}"/>
              </a:ext>
            </a:extLst>
          </p:cNvPr>
          <p:cNvSpPr txBox="1"/>
          <p:nvPr/>
        </p:nvSpPr>
        <p:spPr>
          <a:xfrm>
            <a:off x="3689757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CONFIRMACIÓN</a:t>
            </a:r>
            <a:br>
              <a:rPr lang="es-CO" sz="675"/>
            </a:br>
            <a:r>
              <a:rPr lang="es-CO" sz="675"/>
              <a:t>EQUIPO SCRUM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528DF85-6817-D5C0-DF75-E02A5B220CBE}"/>
              </a:ext>
            </a:extLst>
          </p:cNvPr>
          <p:cNvSpPr txBox="1"/>
          <p:nvPr/>
        </p:nvSpPr>
        <p:spPr>
          <a:xfrm>
            <a:off x="4975590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CONSTRUCCIÓN DE</a:t>
            </a:r>
          </a:p>
          <a:p>
            <a:pPr algn="ctr"/>
            <a:r>
              <a:rPr lang="es-CO" sz="675"/>
              <a:t>PRODUCT BACKLOG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FF5D0A8-A321-9B35-3B81-B6BCAF507D51}"/>
              </a:ext>
            </a:extLst>
          </p:cNvPr>
          <p:cNvSpPr txBox="1"/>
          <p:nvPr/>
        </p:nvSpPr>
        <p:spPr>
          <a:xfrm>
            <a:off x="6274197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PRIORIZACIÓN DE</a:t>
            </a:r>
          </a:p>
          <a:p>
            <a:pPr algn="ctr"/>
            <a:r>
              <a:rPr lang="es-CO" sz="675">
                <a:solidFill>
                  <a:schemeClr val="bg1"/>
                </a:solidFill>
              </a:rPr>
              <a:t>PRODUCT BACKLOG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2A2EAAA7-C7A3-D99A-FCD5-43821679B9E5}"/>
              </a:ext>
            </a:extLst>
          </p:cNvPr>
          <p:cNvSpPr txBox="1"/>
          <p:nvPr/>
        </p:nvSpPr>
        <p:spPr>
          <a:xfrm>
            <a:off x="7517355" y="1778715"/>
            <a:ext cx="1254919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DEFINICIÓN DE ARQUITECTURA DE PRODUCTO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D9684C6-69DD-14BB-EE94-33379A904CE3}"/>
              </a:ext>
            </a:extLst>
          </p:cNvPr>
          <p:cNvSpPr txBox="1"/>
          <p:nvPr/>
        </p:nvSpPr>
        <p:spPr>
          <a:xfrm>
            <a:off x="2372251" y="2877830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RETROSPECTIVA</a:t>
            </a:r>
          </a:p>
          <a:p>
            <a:pPr algn="ctr"/>
            <a:r>
              <a:rPr lang="es-CO" sz="675"/>
              <a:t>DEL SPRINT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65F1722-E686-892A-9B14-0C3AE8CDBE72}"/>
              </a:ext>
            </a:extLst>
          </p:cNvPr>
          <p:cNvSpPr txBox="1"/>
          <p:nvPr/>
        </p:nvSpPr>
        <p:spPr>
          <a:xfrm>
            <a:off x="3687300" y="2877830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REVISIÓN</a:t>
            </a:r>
          </a:p>
          <a:p>
            <a:pPr algn="ctr"/>
            <a:r>
              <a:rPr lang="es-CO" sz="675"/>
              <a:t>DEL SPRINT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A5C5A06E-AC18-6AF1-189D-12731A704A5A}"/>
              </a:ext>
            </a:extLst>
          </p:cNvPr>
          <p:cNvSpPr txBox="1"/>
          <p:nvPr/>
        </p:nvSpPr>
        <p:spPr>
          <a:xfrm>
            <a:off x="4973133" y="2877830"/>
            <a:ext cx="1187639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SPRINT Y DAILY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0579C2-303C-EC48-8CA1-7A2473157276}"/>
              </a:ext>
            </a:extLst>
          </p:cNvPr>
          <p:cNvSpPr txBox="1"/>
          <p:nvPr/>
        </p:nvSpPr>
        <p:spPr>
          <a:xfrm>
            <a:off x="6271740" y="2877830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PLANEACIÓN</a:t>
            </a:r>
          </a:p>
          <a:p>
            <a:pPr algn="ctr"/>
            <a:r>
              <a:rPr lang="es-CO" sz="675"/>
              <a:t>DEL SPRINT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AAC3731-7E1B-AC2D-24B6-1F38E0C7997A}"/>
              </a:ext>
            </a:extLst>
          </p:cNvPr>
          <p:cNvSpPr txBox="1"/>
          <p:nvPr/>
        </p:nvSpPr>
        <p:spPr>
          <a:xfrm>
            <a:off x="7514898" y="2877830"/>
            <a:ext cx="125491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PRIORIZACIÓN DE</a:t>
            </a:r>
          </a:p>
          <a:p>
            <a:pPr algn="ctr"/>
            <a:r>
              <a:rPr lang="es-CO" sz="675"/>
              <a:t>HISTORIAS DE USUARIO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E6191332-61C3-5218-3053-CF8CA0737248}"/>
              </a:ext>
            </a:extLst>
          </p:cNvPr>
          <p:cNvSpPr txBox="1"/>
          <p:nvPr/>
        </p:nvSpPr>
        <p:spPr>
          <a:xfrm>
            <a:off x="2338784" y="3918352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ENVÍO DE ENTREGABLES</a:t>
            </a:r>
            <a:br>
              <a:rPr lang="es-CO" sz="675">
                <a:solidFill>
                  <a:schemeClr val="bg1"/>
                </a:solidFill>
              </a:rPr>
            </a:br>
            <a:r>
              <a:rPr lang="es-CO" sz="675">
                <a:solidFill>
                  <a:schemeClr val="bg1"/>
                </a:solidFill>
              </a:rPr>
              <a:t>AL CLIENTE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592D90F-4060-CD00-000B-31AA96C80D8E}"/>
              </a:ext>
            </a:extLst>
          </p:cNvPr>
          <p:cNvSpPr txBox="1"/>
          <p:nvPr/>
        </p:nvSpPr>
        <p:spPr>
          <a:xfrm>
            <a:off x="3653833" y="3918352"/>
            <a:ext cx="1187639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CIERRE DEL PROYECTO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B5806423-CF2C-B329-F184-B0E00BC6A590}"/>
              </a:ext>
            </a:extLst>
          </p:cNvPr>
          <p:cNvSpPr txBox="1"/>
          <p:nvPr/>
        </p:nvSpPr>
        <p:spPr>
          <a:xfrm>
            <a:off x="4939666" y="3918352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RETROSPECTIVA</a:t>
            </a:r>
          </a:p>
          <a:p>
            <a:pPr algn="ctr"/>
            <a:r>
              <a:rPr lang="es-CO" sz="675">
                <a:solidFill>
                  <a:schemeClr val="bg1"/>
                </a:solidFill>
              </a:rPr>
              <a:t>DEL PROYECTO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ED89B3DA-42EB-89E1-66FD-C23AF2C5C541}"/>
              </a:ext>
            </a:extLst>
          </p:cNvPr>
          <p:cNvSpPr txBox="1"/>
          <p:nvPr/>
        </p:nvSpPr>
        <p:spPr>
          <a:xfrm>
            <a:off x="2320123" y="758543"/>
            <a:ext cx="2094575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 b="1">
                <a:solidFill>
                  <a:srgbClr val="333333"/>
                </a:solidFill>
              </a:rPr>
              <a:t>CÓMO LO REALIZAMOS…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88A5AA5A-10A1-48F7-FFD8-09B23D23B5B1}"/>
              </a:ext>
            </a:extLst>
          </p:cNvPr>
          <p:cNvSpPr txBox="1"/>
          <p:nvPr/>
        </p:nvSpPr>
        <p:spPr>
          <a:xfrm>
            <a:off x="6272164" y="3318850"/>
            <a:ext cx="2518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900">
                <a:solidFill>
                  <a:srgbClr val="333333"/>
                </a:solidFill>
              </a:rPr>
              <a:t>Nuestro modelo permite alcanzar resultados eficientes y evolutivos en intervalos cortos de tiempo, orientados a la necesidad del negocio y expectativa de nuestro cliente.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76E42D0E-E159-521E-2779-54AB102CB37A}"/>
              </a:ext>
            </a:extLst>
          </p:cNvPr>
          <p:cNvSpPr txBox="1"/>
          <p:nvPr/>
        </p:nvSpPr>
        <p:spPr>
          <a:xfrm>
            <a:off x="304245" y="803790"/>
            <a:ext cx="189805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13" b="1">
                <a:solidFill>
                  <a:srgbClr val="333333"/>
                </a:solidFill>
              </a:rPr>
              <a:t>LOS PROTAGONISTAS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50DFF4B2-BD6F-0D4A-9FDB-263DD146EF52}"/>
              </a:ext>
            </a:extLst>
          </p:cNvPr>
          <p:cNvSpPr/>
          <p:nvPr/>
        </p:nvSpPr>
        <p:spPr>
          <a:xfrm>
            <a:off x="444432" y="1165715"/>
            <a:ext cx="1571533" cy="1111100"/>
          </a:xfrm>
          <a:prstGeom prst="rect">
            <a:avLst/>
          </a:prstGeom>
          <a:gradFill flip="none" rotWithShape="1">
            <a:gsLst>
              <a:gs pos="0">
                <a:srgbClr val="0E8B27"/>
              </a:gs>
              <a:gs pos="100000">
                <a:srgbClr val="09B66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pic>
        <p:nvPicPr>
          <p:cNvPr id="53" name="Imagen 52">
            <a:extLst>
              <a:ext uri="{FF2B5EF4-FFF2-40B4-BE49-F238E27FC236}">
                <a16:creationId xmlns:a16="http://schemas.microsoft.com/office/drawing/2014/main" id="{02C11773-1009-57E6-BB8B-750F4B1EB20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71" y="1237846"/>
            <a:ext cx="733463" cy="966837"/>
          </a:xfrm>
          <a:prstGeom prst="rect">
            <a:avLst/>
          </a:prstGeom>
        </p:spPr>
      </p:pic>
      <p:sp>
        <p:nvSpPr>
          <p:cNvPr id="54" name="Rectángulo 53">
            <a:extLst>
              <a:ext uri="{FF2B5EF4-FFF2-40B4-BE49-F238E27FC236}">
                <a16:creationId xmlns:a16="http://schemas.microsoft.com/office/drawing/2014/main" id="{631A52B9-ABF2-95A0-62D1-D7B1D8681096}"/>
              </a:ext>
            </a:extLst>
          </p:cNvPr>
          <p:cNvSpPr/>
          <p:nvPr/>
        </p:nvSpPr>
        <p:spPr>
          <a:xfrm>
            <a:off x="448242" y="1990721"/>
            <a:ext cx="1560029" cy="276999"/>
          </a:xfrm>
          <a:prstGeom prst="rect">
            <a:avLst/>
          </a:prstGeom>
          <a:solidFill>
            <a:srgbClr val="6897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CC18E4A3-896E-51E3-E634-7AF437BFFCF2}"/>
              </a:ext>
            </a:extLst>
          </p:cNvPr>
          <p:cNvSpPr txBox="1"/>
          <p:nvPr/>
        </p:nvSpPr>
        <p:spPr>
          <a:xfrm>
            <a:off x="638285" y="2013804"/>
            <a:ext cx="11876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50" b="1">
                <a:solidFill>
                  <a:schemeClr val="bg1"/>
                </a:solidFill>
              </a:rPr>
              <a:t>Scrum Máster</a:t>
            </a:r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FFA7F464-0333-1A67-FDDE-FDD70148F0FC}"/>
              </a:ext>
            </a:extLst>
          </p:cNvPr>
          <p:cNvSpPr/>
          <p:nvPr/>
        </p:nvSpPr>
        <p:spPr>
          <a:xfrm>
            <a:off x="410682" y="2466481"/>
            <a:ext cx="1623662" cy="997606"/>
          </a:xfrm>
          <a:prstGeom prst="roundRect">
            <a:avLst/>
          </a:prstGeom>
          <a:noFill/>
          <a:ln>
            <a:solidFill>
              <a:srgbClr val="1820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1A932EAD-1353-EE88-3871-C6F15D0F5776}"/>
              </a:ext>
            </a:extLst>
          </p:cNvPr>
          <p:cNvSpPr/>
          <p:nvPr/>
        </p:nvSpPr>
        <p:spPr>
          <a:xfrm>
            <a:off x="409609" y="2466481"/>
            <a:ext cx="1623662" cy="2201715"/>
          </a:xfrm>
          <a:prstGeom prst="roundRect">
            <a:avLst>
              <a:gd name="adj" fmla="val 10747"/>
            </a:avLst>
          </a:prstGeom>
          <a:noFill/>
          <a:ln>
            <a:solidFill>
              <a:srgbClr val="1820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A5479E32-F72E-16F2-8CC3-82598E4CDF8A}"/>
              </a:ext>
            </a:extLst>
          </p:cNvPr>
          <p:cNvSpPr txBox="1"/>
          <p:nvPr/>
        </p:nvSpPr>
        <p:spPr>
          <a:xfrm>
            <a:off x="948771" y="2374157"/>
            <a:ext cx="641572" cy="230832"/>
          </a:xfrm>
          <a:prstGeom prst="rect">
            <a:avLst/>
          </a:prstGeom>
          <a:solidFill>
            <a:srgbClr val="EBEBEB"/>
          </a:solidFill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900" b="1">
                <a:solidFill>
                  <a:srgbClr val="182077"/>
                </a:solidFill>
              </a:rPr>
              <a:t>CLIENTE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C7733D1A-A31E-651D-FA3F-A4AC88E75EC2}"/>
              </a:ext>
            </a:extLst>
          </p:cNvPr>
          <p:cNvSpPr/>
          <p:nvPr/>
        </p:nvSpPr>
        <p:spPr>
          <a:xfrm>
            <a:off x="493351" y="2605214"/>
            <a:ext cx="1473581" cy="824743"/>
          </a:xfrm>
          <a:prstGeom prst="rect">
            <a:avLst/>
          </a:prstGeom>
          <a:solidFill>
            <a:srgbClr val="BEE4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8208D8EF-FE7B-4841-8C9C-66FE8BF603D0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274" y="2747697"/>
            <a:ext cx="812048" cy="769184"/>
          </a:xfrm>
          <a:prstGeom prst="rect">
            <a:avLst/>
          </a:prstGeom>
        </p:spPr>
      </p:pic>
      <p:sp>
        <p:nvSpPr>
          <p:cNvPr id="61" name="Rectángulo 60">
            <a:extLst>
              <a:ext uri="{FF2B5EF4-FFF2-40B4-BE49-F238E27FC236}">
                <a16:creationId xmlns:a16="http://schemas.microsoft.com/office/drawing/2014/main" id="{D36FA257-ED11-5851-E157-1C6554EB5C10}"/>
              </a:ext>
            </a:extLst>
          </p:cNvPr>
          <p:cNvSpPr/>
          <p:nvPr/>
        </p:nvSpPr>
        <p:spPr>
          <a:xfrm>
            <a:off x="497161" y="3381049"/>
            <a:ext cx="1462793" cy="217868"/>
          </a:xfrm>
          <a:prstGeom prst="rect">
            <a:avLst/>
          </a:prstGeom>
          <a:solidFill>
            <a:srgbClr val="1820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2194B27E-4D3E-CB04-2C8B-A69CE5BF86F5}"/>
              </a:ext>
            </a:extLst>
          </p:cNvPr>
          <p:cNvSpPr txBox="1"/>
          <p:nvPr/>
        </p:nvSpPr>
        <p:spPr>
          <a:xfrm>
            <a:off x="687205" y="3382361"/>
            <a:ext cx="1113614" cy="230833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50" b="1">
                <a:solidFill>
                  <a:schemeClr val="bg1"/>
                </a:solidFill>
              </a:rPr>
              <a:t>Product Owner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4821CF90-65B7-E456-E402-3A84ADB40F64}"/>
              </a:ext>
            </a:extLst>
          </p:cNvPr>
          <p:cNvSpPr/>
          <p:nvPr/>
        </p:nvSpPr>
        <p:spPr>
          <a:xfrm>
            <a:off x="486373" y="3765960"/>
            <a:ext cx="1473581" cy="796847"/>
          </a:xfrm>
          <a:prstGeom prst="rect">
            <a:avLst/>
          </a:prstGeom>
          <a:solidFill>
            <a:srgbClr val="BEE4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pic>
        <p:nvPicPr>
          <p:cNvPr id="64" name="Imagen 63">
            <a:extLst>
              <a:ext uri="{FF2B5EF4-FFF2-40B4-BE49-F238E27FC236}">
                <a16:creationId xmlns:a16="http://schemas.microsoft.com/office/drawing/2014/main" id="{0E687133-90BF-1C2A-C270-9C764FFA26BA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04" y="3837111"/>
            <a:ext cx="897778" cy="857294"/>
          </a:xfrm>
          <a:prstGeom prst="rect">
            <a:avLst/>
          </a:prstGeom>
        </p:spPr>
      </p:pic>
      <p:sp>
        <p:nvSpPr>
          <p:cNvPr id="65" name="Rectángulo 64">
            <a:extLst>
              <a:ext uri="{FF2B5EF4-FFF2-40B4-BE49-F238E27FC236}">
                <a16:creationId xmlns:a16="http://schemas.microsoft.com/office/drawing/2014/main" id="{DECD4815-107D-FD7F-C32A-A797AEE44E46}"/>
              </a:ext>
            </a:extLst>
          </p:cNvPr>
          <p:cNvSpPr/>
          <p:nvPr/>
        </p:nvSpPr>
        <p:spPr>
          <a:xfrm>
            <a:off x="490183" y="4513899"/>
            <a:ext cx="1462793" cy="217868"/>
          </a:xfrm>
          <a:prstGeom prst="rect">
            <a:avLst/>
          </a:prstGeom>
          <a:solidFill>
            <a:srgbClr val="1820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1AD9B644-0068-47FF-9107-56CB40D98044}"/>
              </a:ext>
            </a:extLst>
          </p:cNvPr>
          <p:cNvSpPr txBox="1"/>
          <p:nvPr/>
        </p:nvSpPr>
        <p:spPr>
          <a:xfrm>
            <a:off x="680227" y="4515212"/>
            <a:ext cx="1113614" cy="230833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50" b="1">
                <a:solidFill>
                  <a:schemeClr val="bg1"/>
                </a:solidFill>
              </a:rPr>
              <a:t>Stakeholders</a:t>
            </a:r>
          </a:p>
        </p:txBody>
      </p:sp>
      <p:sp>
        <p:nvSpPr>
          <p:cNvPr id="67" name="Redondear rectángulo de esquina diagonal 14">
            <a:extLst>
              <a:ext uri="{FF2B5EF4-FFF2-40B4-BE49-F238E27FC236}">
                <a16:creationId xmlns:a16="http://schemas.microsoft.com/office/drawing/2014/main" id="{7DCC8C0C-D75A-79FB-A6F9-49E6BA7E1B23}"/>
              </a:ext>
            </a:extLst>
          </p:cNvPr>
          <p:cNvSpPr/>
          <p:nvPr/>
        </p:nvSpPr>
        <p:spPr>
          <a:xfrm>
            <a:off x="2212962" y="4331747"/>
            <a:ext cx="6879431" cy="701219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504000" tIns="0" rIns="0" bIns="0" rtlCol="0" anchor="ctr"/>
          <a:lstStyle/>
          <a:p>
            <a:r>
              <a:rPr lang="es-ES" sz="1050" i="1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La metodología de trabajo manejada será un esquema flexible debido a que durante la ejecución del proyecto el usuario final puede requerir incorporar alguna funcionalidad no detallada por parte de </a:t>
            </a:r>
            <a:r>
              <a:rPr lang="es-ES" sz="1050" i="1" dirty="0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XXXXXXXXXX</a:t>
            </a:r>
            <a:r>
              <a:rPr lang="es-ES" sz="1050" i="1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68" name="Imagen 67">
            <a:extLst>
              <a:ext uri="{FF2B5EF4-FFF2-40B4-BE49-F238E27FC236}">
                <a16:creationId xmlns:a16="http://schemas.microsoft.com/office/drawing/2014/main" id="{498C5701-C519-48F1-1E10-A9EEB8B4F4DC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334401" y="4520637"/>
            <a:ext cx="323437" cy="323437"/>
          </a:xfrm>
          <a:prstGeom prst="rect">
            <a:avLst/>
          </a:prstGeom>
        </p:spPr>
      </p:pic>
      <p:pic>
        <p:nvPicPr>
          <p:cNvPr id="10" name="Imagen 9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644C27B4-01FD-A179-4AFA-AD8CD0DC20B7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BEBA8EAE-BF5A-486C-A8C5-ECC9F3942E4B}">
                <a14:imgProps xmlns:a14="http://schemas.microsoft.com/office/drawing/2010/main">
                  <a14:imgLayer r:embed="rId3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342" y="183626"/>
            <a:ext cx="691923" cy="249957"/>
          </a:xfrm>
          <a:prstGeom prst="rect">
            <a:avLst/>
          </a:prstGeom>
        </p:spPr>
      </p:pic>
      <p:pic>
        <p:nvPicPr>
          <p:cNvPr id="51" name="Imagen 50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08C2FA5C-D1F9-B8A2-945F-B966BF11C1C5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BEBA8EAE-BF5A-486C-A8C5-ECC9F3942E4B}">
                <a14:imgProps xmlns:a14="http://schemas.microsoft.com/office/drawing/2010/main">
                  <a14:imgLayer r:embed="rId3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162" y="1496647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425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10400EF0-F704-7E75-A3AE-0CD3FE08F0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" y="2381"/>
            <a:ext cx="9143999" cy="523245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1AEB040-7260-7CCB-2434-F2DACE8E4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846" y="1081961"/>
            <a:ext cx="2523449" cy="2112035"/>
          </a:xfrm>
          <a:prstGeom prst="rect">
            <a:avLst/>
          </a:prstGeom>
        </p:spPr>
      </p:pic>
      <p:cxnSp>
        <p:nvCxnSpPr>
          <p:cNvPr id="16" name="Conector recto 2">
            <a:extLst>
              <a:ext uri="{FF2B5EF4-FFF2-40B4-BE49-F238E27FC236}">
                <a16:creationId xmlns:a16="http://schemas.microsoft.com/office/drawing/2014/main" id="{4D38EA46-9AEE-1B2C-2ADE-9C596A901EF2}"/>
              </a:ext>
            </a:extLst>
          </p:cNvPr>
          <p:cNvCxnSpPr>
            <a:cxnSpLocks/>
          </p:cNvCxnSpPr>
          <p:nvPr/>
        </p:nvCxnSpPr>
        <p:spPr>
          <a:xfrm>
            <a:off x="1639393" y="253708"/>
            <a:ext cx="7286558" cy="0"/>
          </a:xfrm>
          <a:prstGeom prst="line">
            <a:avLst/>
          </a:prstGeom>
          <a:ln w="127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FCD8FCB-0FCE-0C95-BD5C-97E9A7ABB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5869" y="689580"/>
            <a:ext cx="4572000" cy="77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C15E38-C3B0-22B5-D656-839755329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460391" y="3086163"/>
            <a:ext cx="6696254" cy="796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AF6AA-0E5D-A2FD-81E4-84AFA9C726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079194" y="2266713"/>
            <a:ext cx="5941443" cy="821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5BEBCA-980F-3264-4C0B-802E61D90B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06580" y="1469764"/>
            <a:ext cx="5197415" cy="7969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BF405D-EBB0-92A8-531A-D787492ABE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812439" y="3885363"/>
            <a:ext cx="7397150" cy="805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E1FBE6-86A0-E44D-1BFD-432245BE57E2}"/>
              </a:ext>
            </a:extLst>
          </p:cNvPr>
          <p:cNvSpPr txBox="1"/>
          <p:nvPr/>
        </p:nvSpPr>
        <p:spPr>
          <a:xfrm>
            <a:off x="1462803" y="921540"/>
            <a:ext cx="1333499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Scrum Master / Technical Leader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0C633F-B714-5997-ED13-F9F25DB6C5F2}"/>
              </a:ext>
            </a:extLst>
          </p:cNvPr>
          <p:cNvSpPr txBox="1"/>
          <p:nvPr/>
        </p:nvSpPr>
        <p:spPr>
          <a:xfrm>
            <a:off x="1492237" y="1688259"/>
            <a:ext cx="20319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Tower Leader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DDF9D6-63D9-6A1F-3CCC-5DB6B47F768E}"/>
              </a:ext>
            </a:extLst>
          </p:cNvPr>
          <p:cNvSpPr txBox="1"/>
          <p:nvPr/>
        </p:nvSpPr>
        <p:spPr>
          <a:xfrm>
            <a:off x="1473386" y="2499303"/>
            <a:ext cx="231774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3E5AA9-587C-9EE7-D9C6-850EBE4D09A4}"/>
              </a:ext>
            </a:extLst>
          </p:cNvPr>
          <p:cNvSpPr txBox="1"/>
          <p:nvPr/>
        </p:nvSpPr>
        <p:spPr>
          <a:xfrm>
            <a:off x="1473387" y="3318722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Corporate Development Manager</a:t>
            </a:r>
            <a:endParaRPr lang="es-CO" sz="135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78DA53-8459-964E-8023-FEF82D0E071C}"/>
              </a:ext>
            </a:extLst>
          </p:cNvPr>
          <p:cNvSpPr txBox="1"/>
          <p:nvPr/>
        </p:nvSpPr>
        <p:spPr>
          <a:xfrm>
            <a:off x="1473387" y="3965457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Customer Experience Manager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21D00C-1491-0D2D-8519-EC11DDA888D2}"/>
              </a:ext>
            </a:extLst>
          </p:cNvPr>
          <p:cNvSpPr txBox="1"/>
          <p:nvPr/>
        </p:nvSpPr>
        <p:spPr>
          <a:xfrm>
            <a:off x="6377330" y="4194413"/>
            <a:ext cx="2158999" cy="4501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825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Presentamos nuestro esquema de escalamiento en caso de presentar algún inconveniente con el servicio prestado.</a:t>
            </a:r>
            <a:endParaRPr lang="en-US" sz="825">
              <a:solidFill>
                <a:srgbClr val="FFFFFF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346312-0CC0-F53B-B528-24F0FEBC7FD5}"/>
              </a:ext>
            </a:extLst>
          </p:cNvPr>
          <p:cNvSpPr txBox="1"/>
          <p:nvPr/>
        </p:nvSpPr>
        <p:spPr>
          <a:xfrm>
            <a:off x="1630381" y="4260657"/>
            <a:ext cx="2127250" cy="196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825">
                <a:solidFill>
                  <a:schemeClr val="bg1"/>
                </a:solidFill>
              </a:rPr>
              <a:t>experenciadecliente</a:t>
            </a:r>
            <a:r>
              <a:rPr lang="en-US" sz="825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@periferiaitgroup.com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64AFFB-ACDF-A6F3-DB88-AD729F7E1F8B}"/>
              </a:ext>
            </a:extLst>
          </p:cNvPr>
          <p:cNvSpPr txBox="1"/>
          <p:nvPr/>
        </p:nvSpPr>
        <p:spPr>
          <a:xfrm>
            <a:off x="6557246" y="2056708"/>
            <a:ext cx="179916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Cargo</a:t>
            </a:r>
            <a:endParaRPr lang="en-US" sz="135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0D6402-4B71-A16F-30F4-EBCAC5DF9894}"/>
              </a:ext>
            </a:extLst>
          </p:cNvPr>
          <p:cNvSpPr txBox="1"/>
          <p:nvPr/>
        </p:nvSpPr>
        <p:spPr>
          <a:xfrm>
            <a:off x="6557248" y="2391416"/>
            <a:ext cx="1799165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Nombre</a:t>
            </a:r>
            <a:endParaRPr lang="en-US" sz="12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B31876-70B7-A7C3-0D92-7573CA316136}"/>
              </a:ext>
            </a:extLst>
          </p:cNvPr>
          <p:cNvSpPr txBox="1"/>
          <p:nvPr/>
        </p:nvSpPr>
        <p:spPr>
          <a:xfrm>
            <a:off x="6224172" y="2613665"/>
            <a:ext cx="2530013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 err="1">
                <a:solidFill>
                  <a:srgbClr val="FFFFFF"/>
                </a:solidFill>
                <a:ea typeface="+mn-lt"/>
                <a:cs typeface="+mn-lt"/>
              </a:rPr>
              <a:t>xxxxxxxxxx@xxxxxxxxxxxxxxxxxx</a:t>
            </a:r>
            <a:endParaRPr lang="es-ES" sz="1350">
              <a:ea typeface="+mn-lt"/>
              <a:cs typeface="+mn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223412-17B1-B380-8DF1-D47C374756B3}"/>
              </a:ext>
            </a:extLst>
          </p:cNvPr>
          <p:cNvSpPr txBox="1"/>
          <p:nvPr/>
        </p:nvSpPr>
        <p:spPr>
          <a:xfrm>
            <a:off x="6493747" y="2835915"/>
            <a:ext cx="1926165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>
                <a:solidFill>
                  <a:srgbClr val="FFFFFF"/>
                </a:solidFill>
                <a:ea typeface="+mn-lt"/>
                <a:cs typeface="+mn-lt"/>
              </a:rPr>
              <a:t>+57 </a:t>
            </a:r>
            <a:r>
              <a:rPr lang="en-US" sz="1050" err="1">
                <a:solidFill>
                  <a:srgbClr val="FFFFFF"/>
                </a:solidFill>
                <a:ea typeface="+mn-lt"/>
                <a:cs typeface="+mn-lt"/>
              </a:rPr>
              <a:t>xxxxxxxxx</a:t>
            </a:r>
            <a:endParaRPr lang="es-ES" sz="1350"/>
          </a:p>
        </p:txBody>
      </p:sp>
      <p:sp>
        <p:nvSpPr>
          <p:cNvPr id="49" name="Título 1">
            <a:extLst>
              <a:ext uri="{FF2B5EF4-FFF2-40B4-BE49-F238E27FC236}">
                <a16:creationId xmlns:a16="http://schemas.microsoft.com/office/drawing/2014/main" id="{E6271277-0574-0B0F-B77D-45BDCCA9B646}"/>
              </a:ext>
            </a:extLst>
          </p:cNvPr>
          <p:cNvSpPr txBox="1">
            <a:spLocks/>
          </p:cNvSpPr>
          <p:nvPr/>
        </p:nvSpPr>
        <p:spPr>
          <a:xfrm>
            <a:off x="6328515" y="352013"/>
            <a:ext cx="2222110" cy="699311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100" b="1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Nivel de Escalamiento</a:t>
            </a:r>
            <a:endParaRPr lang="en-US" sz="2100" b="1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B857C3B-C190-804E-E267-2CE6B27F18D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364" y="2383508"/>
            <a:ext cx="589228" cy="58809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9509226-7FC7-A0CD-E037-1F867D9B86C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364" y="3189941"/>
            <a:ext cx="589228" cy="58922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FBE0F58-512F-854D-72F0-27A5391B177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7363" y="3993401"/>
            <a:ext cx="589228" cy="589228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2E9B364-6308-8942-8759-F9A5F144D442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591" y="3415459"/>
            <a:ext cx="2124478" cy="726751"/>
          </a:xfrm>
          <a:prstGeom prst="rect">
            <a:avLst/>
          </a:prstGeom>
        </p:spPr>
      </p:pic>
      <p:sp>
        <p:nvSpPr>
          <p:cNvPr id="2" name="TextBox 44">
            <a:extLst>
              <a:ext uri="{FF2B5EF4-FFF2-40B4-BE49-F238E27FC236}">
                <a16:creationId xmlns:a16="http://schemas.microsoft.com/office/drawing/2014/main" id="{60CAA590-8F65-A281-7D07-FAE1AABD078C}"/>
              </a:ext>
            </a:extLst>
          </p:cNvPr>
          <p:cNvSpPr txBox="1"/>
          <p:nvPr/>
        </p:nvSpPr>
        <p:spPr>
          <a:xfrm>
            <a:off x="5733988" y="4906480"/>
            <a:ext cx="1926165" cy="230832"/>
          </a:xfrm>
          <a:prstGeom prst="rect">
            <a:avLst/>
          </a:prstGeom>
          <a:noFill/>
        </p:spPr>
        <p:txBody>
          <a:bodyPr rot="0" spcFirstLastPara="0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www.periferiaitgroup.com</a:t>
            </a:r>
            <a:endParaRPr lang="en-US" sz="135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AC6A079-4D1E-C446-DB0D-CE316B4FAD0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812" y="5021897"/>
            <a:ext cx="1612189" cy="30958"/>
          </a:xfrm>
          <a:prstGeom prst="rect">
            <a:avLst/>
          </a:prstGeom>
        </p:spPr>
      </p:pic>
      <p:pic>
        <p:nvPicPr>
          <p:cNvPr id="13" name="Picture 8" descr="Icono&#10;&#10;Descripción generada automáticamente">
            <a:extLst>
              <a:ext uri="{FF2B5EF4-FFF2-40B4-BE49-F238E27FC236}">
                <a16:creationId xmlns:a16="http://schemas.microsoft.com/office/drawing/2014/main" id="{8DFC39C5-49EA-E967-6F3F-879E24EA04E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3430" y="803460"/>
            <a:ext cx="588095" cy="58922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F366283-D1D5-060A-0CC6-B27FCC6C0D14}"/>
              </a:ext>
            </a:extLst>
          </p:cNvPr>
          <p:cNvSpPr txBox="1"/>
          <p:nvPr/>
        </p:nvSpPr>
        <p:spPr>
          <a:xfrm>
            <a:off x="6663905" y="3665021"/>
            <a:ext cx="165320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350">
                <a:solidFill>
                  <a:srgbClr val="00B0F0"/>
                </a:solidFill>
              </a:rPr>
              <a:t>&lt;&lt;Logo del Cliente&gt;&gt;</a:t>
            </a:r>
            <a:endParaRPr lang="es-CO" sz="1350">
              <a:solidFill>
                <a:srgbClr val="00B0F0"/>
              </a:solidFill>
            </a:endParaRPr>
          </a:p>
        </p:txBody>
      </p:sp>
      <p:pic>
        <p:nvPicPr>
          <p:cNvPr id="17" name="Picture 7">
            <a:extLst>
              <a:ext uri="{FF2B5EF4-FFF2-40B4-BE49-F238E27FC236}">
                <a16:creationId xmlns:a16="http://schemas.microsoft.com/office/drawing/2014/main" id="{85CD65CB-6E7A-A2C2-BD66-B2DCBB1AB903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5025" y="1582948"/>
            <a:ext cx="589228" cy="588095"/>
          </a:xfrm>
          <a:prstGeom prst="rect">
            <a:avLst/>
          </a:prstGeom>
        </p:spPr>
      </p:pic>
      <p:pic>
        <p:nvPicPr>
          <p:cNvPr id="25" name="Imagen 24" descr="Icono&#10;&#10;El contenido generado por IA puede ser incorrecto.">
            <a:extLst>
              <a:ext uri="{FF2B5EF4-FFF2-40B4-BE49-F238E27FC236}">
                <a16:creationId xmlns:a16="http://schemas.microsoft.com/office/drawing/2014/main" id="{258C191E-C57C-F0C9-11CA-5684609EB28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46068" y="1376609"/>
            <a:ext cx="590546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013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F4CC0-F327-87C4-D30E-E96FD22CB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8D18779-30B3-9298-9B98-2282D43161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"/>
            <a:ext cx="2974551" cy="5148262"/>
          </a:xfr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D711B7C6-878F-2336-44B1-280794A9D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53" y="1840014"/>
            <a:ext cx="2128053" cy="1028396"/>
          </a:xfrm>
        </p:spPr>
        <p:txBody>
          <a:bodyPr>
            <a:normAutofit fontScale="90000"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Oferta Económica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46FAEC2C-8A39-3451-2DFE-123AE0E862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sp>
        <p:nvSpPr>
          <p:cNvPr id="2" name="Redondear rectángulo de esquina diagonal 14">
            <a:extLst>
              <a:ext uri="{FF2B5EF4-FFF2-40B4-BE49-F238E27FC236}">
                <a16:creationId xmlns:a16="http://schemas.microsoft.com/office/drawing/2014/main" id="{14D73C5F-8DCF-70C9-9AB0-C6C055B8CC1E}"/>
              </a:ext>
            </a:extLst>
          </p:cNvPr>
          <p:cNvSpPr/>
          <p:nvPr/>
        </p:nvSpPr>
        <p:spPr>
          <a:xfrm>
            <a:off x="2276408" y="4352148"/>
            <a:ext cx="4715610" cy="640340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576000" tIns="0" rIns="72000" bIns="0" rtlCol="0" anchor="ctr"/>
          <a:lstStyle/>
          <a:p>
            <a:r>
              <a:rPr lang="es-ES" sz="1050" i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s-ES" sz="1050" i="1" err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Xxxxxxx</a:t>
            </a:r>
            <a:r>
              <a:rPr lang="es-ES" sz="1050" i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050" i="1" err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xxxxxxx</a:t>
            </a:r>
            <a:r>
              <a:rPr lang="es-ES" sz="1050" i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050" i="1" err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xxxxxxxxxxxx</a:t>
            </a:r>
            <a:r>
              <a:rPr lang="es-ES" sz="1050" i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050" i="1" err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xxxxxxxxxxx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C53FA23-FA74-0871-41D1-5DDC3A7EC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2654" y="4510599"/>
            <a:ext cx="323437" cy="323437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B1F55B43-D5EC-CBE7-C74A-B6F584E19E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243672"/>
              </p:ext>
            </p:extLst>
          </p:nvPr>
        </p:nvGraphicFramePr>
        <p:xfrm>
          <a:off x="2958839" y="1652792"/>
          <a:ext cx="5753100" cy="203971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86856">
                  <a:extLst>
                    <a:ext uri="{9D8B030D-6E8A-4147-A177-3AD203B41FA5}">
                      <a16:colId xmlns:a16="http://schemas.microsoft.com/office/drawing/2014/main" val="755978740"/>
                    </a:ext>
                  </a:extLst>
                </a:gridCol>
                <a:gridCol w="841829">
                  <a:extLst>
                    <a:ext uri="{9D8B030D-6E8A-4147-A177-3AD203B41FA5}">
                      <a16:colId xmlns:a16="http://schemas.microsoft.com/office/drawing/2014/main" val="2439954493"/>
                    </a:ext>
                  </a:extLst>
                </a:gridCol>
                <a:gridCol w="885371">
                  <a:extLst>
                    <a:ext uri="{9D8B030D-6E8A-4147-A177-3AD203B41FA5}">
                      <a16:colId xmlns:a16="http://schemas.microsoft.com/office/drawing/2014/main" val="3656290198"/>
                    </a:ext>
                  </a:extLst>
                </a:gridCol>
                <a:gridCol w="972457">
                  <a:extLst>
                    <a:ext uri="{9D8B030D-6E8A-4147-A177-3AD203B41FA5}">
                      <a16:colId xmlns:a16="http://schemas.microsoft.com/office/drawing/2014/main" val="1137005257"/>
                    </a:ext>
                  </a:extLst>
                </a:gridCol>
                <a:gridCol w="1166587">
                  <a:extLst>
                    <a:ext uri="{9D8B030D-6E8A-4147-A177-3AD203B41FA5}">
                      <a16:colId xmlns:a16="http://schemas.microsoft.com/office/drawing/2014/main" val="560952452"/>
                    </a:ext>
                  </a:extLst>
                </a:gridCol>
              </a:tblGrid>
              <a:tr h="339953">
                <a:tc>
                  <a:txBody>
                    <a:bodyPr/>
                    <a:lstStyle/>
                    <a:p>
                      <a:pPr algn="ctr"/>
                      <a:r>
                        <a:rPr lang="es-CO" sz="1000">
                          <a:solidFill>
                            <a:srgbClr val="333333"/>
                          </a:solidFill>
                          <a:latin typeface="+mn-lt"/>
                        </a:rPr>
                        <a:t>Perfil 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b="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b="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000">
                        <a:solidFill>
                          <a:srgbClr val="333333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000">
                        <a:solidFill>
                          <a:srgbClr val="333333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197989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b="1">
                          <a:solidFill>
                            <a:srgbClr val="333333"/>
                          </a:solidFill>
                          <a:latin typeface="+mn-lt"/>
                        </a:rPr>
                        <a:t>Perfil 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  <a:endParaRPr lang="es-CO" sz="100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000">
                        <a:solidFill>
                          <a:srgbClr val="333333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000">
                        <a:solidFill>
                          <a:srgbClr val="333333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687934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b="1">
                          <a:solidFill>
                            <a:srgbClr val="333333"/>
                          </a:solidFill>
                          <a:latin typeface="+mn-lt"/>
                        </a:rPr>
                        <a:t>Perfil 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  <a:endParaRPr lang="es-CO" sz="100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000">
                        <a:solidFill>
                          <a:srgbClr val="333333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000">
                        <a:solidFill>
                          <a:srgbClr val="333333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097860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b="1">
                          <a:solidFill>
                            <a:srgbClr val="333333"/>
                          </a:solidFill>
                          <a:latin typeface="+mn-lt"/>
                        </a:rPr>
                        <a:t>Perfil 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  <a:endParaRPr lang="es-CO" sz="100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000">
                        <a:solidFill>
                          <a:srgbClr val="333333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000">
                        <a:solidFill>
                          <a:srgbClr val="333333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407944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algn="ctr"/>
                      <a:r>
                        <a:rPr lang="es-CO" sz="1000" b="1">
                          <a:solidFill>
                            <a:srgbClr val="333333"/>
                          </a:solidFill>
                          <a:latin typeface="+mn-lt"/>
                        </a:rPr>
                        <a:t>Perfil 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  <a:endParaRPr lang="es-CO" sz="100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000">
                        <a:solidFill>
                          <a:srgbClr val="333333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000">
                        <a:solidFill>
                          <a:srgbClr val="333333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099601"/>
                  </a:ext>
                </a:extLst>
              </a:tr>
              <a:tr h="339953">
                <a:tc gridSpan="2">
                  <a:txBody>
                    <a:bodyPr/>
                    <a:lstStyle/>
                    <a:p>
                      <a:pPr algn="ctr"/>
                      <a:r>
                        <a:rPr lang="es-ES" sz="1000" b="1">
                          <a:solidFill>
                            <a:srgbClr val="333333"/>
                          </a:solidFill>
                          <a:latin typeface="+mn-lt"/>
                        </a:rPr>
                        <a:t>Total</a:t>
                      </a:r>
                      <a:endParaRPr lang="es-CO" sz="1000" b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000" b="1">
                        <a:solidFill>
                          <a:srgbClr val="333333"/>
                        </a:solidFill>
                        <a:latin typeface="Avenir Book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1" err="1">
                          <a:solidFill>
                            <a:srgbClr val="333333"/>
                          </a:solidFill>
                          <a:latin typeface="+mn-lt"/>
                        </a:rPr>
                        <a:t>xxx</a:t>
                      </a:r>
                      <a:endParaRPr lang="es-CO" sz="1000" b="1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000">
                        <a:solidFill>
                          <a:srgbClr val="333333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000">
                        <a:solidFill>
                          <a:srgbClr val="333333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17497"/>
                  </a:ext>
                </a:extLst>
              </a:tr>
            </a:tbl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A81D4AD-AB02-4560-5EF0-D22FBCD0EF26}"/>
              </a:ext>
            </a:extLst>
          </p:cNvPr>
          <p:cNvSpPr/>
          <p:nvPr/>
        </p:nvSpPr>
        <p:spPr>
          <a:xfrm>
            <a:off x="2958838" y="1261153"/>
            <a:ext cx="1867217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Perfiles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311FDB9B-ED05-9660-0652-987327A2984B}"/>
              </a:ext>
            </a:extLst>
          </p:cNvPr>
          <p:cNvSpPr/>
          <p:nvPr/>
        </p:nvSpPr>
        <p:spPr>
          <a:xfrm>
            <a:off x="4840315" y="1261152"/>
            <a:ext cx="849023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Cantidad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7FD72852-DDC4-4631-2342-9D063FA5DCB3}"/>
              </a:ext>
            </a:extLst>
          </p:cNvPr>
          <p:cNvSpPr/>
          <p:nvPr/>
        </p:nvSpPr>
        <p:spPr>
          <a:xfrm>
            <a:off x="5714216" y="1261151"/>
            <a:ext cx="849023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Horas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25ACF0AD-7780-4C05-8F40-946E0AF3B533}"/>
              </a:ext>
            </a:extLst>
          </p:cNvPr>
          <p:cNvSpPr/>
          <p:nvPr/>
        </p:nvSpPr>
        <p:spPr>
          <a:xfrm>
            <a:off x="6577499" y="1257548"/>
            <a:ext cx="953339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Tarifa</a:t>
            </a:r>
            <a:endParaRPr lang="es-CO" sz="1200" b="1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4EE6D397-C1B7-38BC-70CB-59AC01267136}"/>
              </a:ext>
            </a:extLst>
          </p:cNvPr>
          <p:cNvSpPr/>
          <p:nvPr/>
        </p:nvSpPr>
        <p:spPr>
          <a:xfrm>
            <a:off x="7556135" y="1257547"/>
            <a:ext cx="1155803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Valor</a:t>
            </a:r>
            <a:endParaRPr lang="es-CO" sz="1200" b="1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FBCDCF3D-45F4-CE4D-7172-6714684D6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805940" y="3703648"/>
            <a:ext cx="594748" cy="60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699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D6FB7-E27F-6683-FE60-2A9F5E298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Forma, Rectángulo&#10;&#10;El contenido generado por IA puede ser incorrecto.">
            <a:extLst>
              <a:ext uri="{FF2B5EF4-FFF2-40B4-BE49-F238E27FC236}">
                <a16:creationId xmlns:a16="http://schemas.microsoft.com/office/drawing/2014/main" id="{5717C53C-7155-A79C-CA3A-DBB8C96A7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9144000" cy="5148263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79F867E2-2F60-44B3-BFD6-793848FB4CBB}"/>
              </a:ext>
            </a:extLst>
          </p:cNvPr>
          <p:cNvSpPr>
            <a:spLocks noChangeAspect="1"/>
          </p:cNvSpPr>
          <p:nvPr/>
        </p:nvSpPr>
        <p:spPr>
          <a:xfrm>
            <a:off x="1116548" y="-881320"/>
            <a:ext cx="6910903" cy="6910903"/>
          </a:xfrm>
          <a:prstGeom prst="ellipse">
            <a:avLst/>
          </a:prstGeom>
          <a:solidFill>
            <a:srgbClr val="CDFF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5" name="Título 1">
            <a:extLst>
              <a:ext uri="{FF2B5EF4-FFF2-40B4-BE49-F238E27FC236}">
                <a16:creationId xmlns:a16="http://schemas.microsoft.com/office/drawing/2014/main" id="{8F23BE5C-BE5E-2D97-8D86-14311C0EBE8E}"/>
              </a:ext>
            </a:extLst>
          </p:cNvPr>
          <p:cNvSpPr txBox="1">
            <a:spLocks/>
          </p:cNvSpPr>
          <p:nvPr/>
        </p:nvSpPr>
        <p:spPr>
          <a:xfrm>
            <a:off x="2029427" y="3908715"/>
            <a:ext cx="5085146" cy="446507"/>
          </a:xfrm>
          <a:prstGeom prst="rect">
            <a:avLst/>
          </a:prstGeom>
        </p:spPr>
        <p:txBody>
          <a:bodyPr vert="horz" lIns="68521" tIns="34260" rIns="68521" bIns="3426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1199" i="1">
                <a:latin typeface="Calibri" panose="020F0502020204030204" pitchFamily="34" charset="0"/>
                <a:cs typeface="Calibri" panose="020F0502020204030204" pitchFamily="34" charset="0"/>
              </a:rPr>
              <a:t>Construyamos juntos </a:t>
            </a:r>
            <a:r>
              <a:rPr lang="es-CO" sz="1199" i="1">
                <a:solidFill>
                  <a:srgbClr val="145F1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mejor solución para tu equipo</a:t>
            </a:r>
            <a:r>
              <a:rPr lang="es-CO" sz="1199" i="1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D7FF1AA9-8729-5E89-5AC1-FB189DA89608}"/>
              </a:ext>
            </a:extLst>
          </p:cNvPr>
          <p:cNvSpPr txBox="1">
            <a:spLocks/>
          </p:cNvSpPr>
          <p:nvPr/>
        </p:nvSpPr>
        <p:spPr>
          <a:xfrm>
            <a:off x="1596738" y="1475141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2200" b="1">
                <a:solidFill>
                  <a:srgbClr val="145F1C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¿Qué opinas de esta propuesta?</a:t>
            </a:r>
          </a:p>
        </p:txBody>
      </p:sp>
      <p:sp>
        <p:nvSpPr>
          <p:cNvPr id="11" name="Marcador de contenido 6">
            <a:extLst>
              <a:ext uri="{FF2B5EF4-FFF2-40B4-BE49-F238E27FC236}">
                <a16:creationId xmlns:a16="http://schemas.microsoft.com/office/drawing/2014/main" id="{A2B113FE-0B85-A011-23B5-F0FF6CB13F4D}"/>
              </a:ext>
            </a:extLst>
          </p:cNvPr>
          <p:cNvSpPr txBox="1">
            <a:spLocks/>
          </p:cNvSpPr>
          <p:nvPr/>
        </p:nvSpPr>
        <p:spPr>
          <a:xfrm>
            <a:off x="1596738" y="1851171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140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Danos tu </a:t>
            </a:r>
            <a:r>
              <a:rPr lang="es-CO" sz="140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Feedback</a:t>
            </a:r>
            <a:r>
              <a:rPr lang="es-CO" sz="140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solo </a:t>
            </a:r>
            <a:r>
              <a:rPr lang="es-CO" sz="1400" b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 segundos</a:t>
            </a:r>
            <a:endParaRPr lang="es-CO" sz="140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3171F0EE-BECA-CA40-3A9B-9842E999EC4D}"/>
              </a:ext>
            </a:extLst>
          </p:cNvPr>
          <p:cNvGrpSpPr>
            <a:grpSpLocks noChangeAspect="1"/>
          </p:cNvGrpSpPr>
          <p:nvPr/>
        </p:nvGrpSpPr>
        <p:grpSpPr>
          <a:xfrm>
            <a:off x="2986105" y="2657171"/>
            <a:ext cx="3172407" cy="751187"/>
            <a:chOff x="2827484" y="2673246"/>
            <a:chExt cx="3489648" cy="826306"/>
          </a:xfrm>
        </p:grpSpPr>
        <p:sp>
          <p:nvSpPr>
            <p:cNvPr id="13" name="Rectángulo redondeado 11">
              <a:hlinkClick r:id="rId4"/>
              <a:extLst>
                <a:ext uri="{FF2B5EF4-FFF2-40B4-BE49-F238E27FC236}">
                  <a16:creationId xmlns:a16="http://schemas.microsoft.com/office/drawing/2014/main" id="{A05813A6-60F6-6CB4-2C77-D2BF3FE4CE00}"/>
                </a:ext>
              </a:extLst>
            </p:cNvPr>
            <p:cNvSpPr/>
            <p:nvPr/>
          </p:nvSpPr>
          <p:spPr>
            <a:xfrm>
              <a:off x="2873671" y="2717840"/>
              <a:ext cx="3397275" cy="737118"/>
            </a:xfrm>
            <a:prstGeom prst="roundRect">
              <a:avLst>
                <a:gd name="adj" fmla="val 50000"/>
              </a:avLst>
            </a:prstGeom>
            <a:solidFill>
              <a:srgbClr val="6DFD8C"/>
            </a:solidFill>
            <a:ln>
              <a:noFill/>
            </a:ln>
            <a:effectLst>
              <a:outerShdw blurRad="226092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b="1">
                  <a:solidFill>
                    <a:srgbClr val="145F1C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ABRIR ENCUESTA</a:t>
              </a:r>
            </a:p>
          </p:txBody>
        </p:sp>
        <p:sp>
          <p:nvSpPr>
            <p:cNvPr id="14" name="Rectángulo redondeado 14">
              <a:hlinkClick r:id="rId5"/>
              <a:extLst>
                <a:ext uri="{FF2B5EF4-FFF2-40B4-BE49-F238E27FC236}">
                  <a16:creationId xmlns:a16="http://schemas.microsoft.com/office/drawing/2014/main" id="{13E4DD24-EFE3-EC35-923B-491F186F7852}"/>
                </a:ext>
              </a:extLst>
            </p:cNvPr>
            <p:cNvSpPr/>
            <p:nvPr/>
          </p:nvSpPr>
          <p:spPr>
            <a:xfrm>
              <a:off x="2827484" y="2673246"/>
              <a:ext cx="3489648" cy="826306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145F1C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2000" b="1">
                <a:solidFill>
                  <a:srgbClr val="145F1C"/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</p:grpSp>
      <p:pic>
        <p:nvPicPr>
          <p:cNvPr id="7" name="Imagen 6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B596C3C1-4D22-9B7D-E0CC-FEF66E27D2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9653" y="248637"/>
            <a:ext cx="2278898" cy="82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858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C493F-D7CC-2010-D076-71901A27B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CB02D71-CF67-A80C-329A-1634BA5E0D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007" y="-11685"/>
            <a:ext cx="9194014" cy="5171633"/>
          </a:xfr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E70A45C5-54AB-9C8D-555D-47D35A535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3109" y="178387"/>
            <a:ext cx="4757574" cy="46931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s-CO" sz="23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Forma de Pago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51D1A70-7BCF-1E1E-2675-919E2967D00F}"/>
              </a:ext>
            </a:extLst>
          </p:cNvPr>
          <p:cNvSpPr txBox="1"/>
          <p:nvPr/>
        </p:nvSpPr>
        <p:spPr>
          <a:xfrm>
            <a:off x="349556" y="1538724"/>
            <a:ext cx="2769538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1200">
                <a:solidFill>
                  <a:srgbClr val="212121"/>
                </a:solidFill>
                <a:cs typeface="Arial"/>
              </a:rPr>
              <a:t>El pago se realizará conforme al siguiente plan de porcentajes, teniendo en cuenta que </a:t>
            </a:r>
            <a:r>
              <a:rPr lang="es-MX" sz="1200">
                <a:solidFill>
                  <a:schemeClr val="accent1"/>
                </a:solidFill>
                <a:cs typeface="Arial"/>
              </a:rPr>
              <a:t>XXXXXXXX </a:t>
            </a:r>
            <a:r>
              <a:rPr lang="es-MX" sz="1200">
                <a:solidFill>
                  <a:srgbClr val="212121"/>
                </a:solidFill>
                <a:cs typeface="Arial"/>
              </a:rPr>
              <a:t>pagará a los XX días calendario una vez radicada la factura, como fecha máxima. 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0360F921-EE56-A2F8-E00B-4F9E8AB828B4}"/>
              </a:ext>
            </a:extLst>
          </p:cNvPr>
          <p:cNvGrpSpPr/>
          <p:nvPr/>
        </p:nvGrpSpPr>
        <p:grpSpPr>
          <a:xfrm>
            <a:off x="1213140" y="3771894"/>
            <a:ext cx="6717721" cy="779087"/>
            <a:chOff x="304799" y="3811171"/>
            <a:chExt cx="6717721" cy="779087"/>
          </a:xfrm>
        </p:grpSpPr>
        <p:sp>
          <p:nvSpPr>
            <p:cNvPr id="10" name="Redondear rectángulo de esquina diagonal 14">
              <a:extLst>
                <a:ext uri="{FF2B5EF4-FFF2-40B4-BE49-F238E27FC236}">
                  <a16:creationId xmlns:a16="http://schemas.microsoft.com/office/drawing/2014/main" id="{D2009179-364D-5075-BBBF-401C4314F4E5}"/>
                </a:ext>
              </a:extLst>
            </p:cNvPr>
            <p:cNvSpPr/>
            <p:nvPr/>
          </p:nvSpPr>
          <p:spPr>
            <a:xfrm>
              <a:off x="304799" y="3811171"/>
              <a:ext cx="6717721" cy="779087"/>
            </a:xfrm>
            <a:prstGeom prst="round2DiagRect">
              <a:avLst>
                <a:gd name="adj1" fmla="val 13848"/>
                <a:gd name="adj2" fmla="val 25414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190500" dist="38100" dir="8100000" algn="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576000" tIns="0" rIns="144000" bIns="0" rtlCol="0" anchor="ctr"/>
            <a:lstStyle/>
            <a:p>
              <a:r>
                <a:rPr lang="es-ES" sz="1050" i="1">
                  <a:solidFill>
                    <a:srgbClr val="33333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</a:t>
              </a:r>
            </a:p>
          </p:txBody>
        </p:sp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82ABFFD9-18D2-CA20-E9D9-34D7FAFDC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9167" y="4038995"/>
              <a:ext cx="323437" cy="323437"/>
            </a:xfrm>
            <a:prstGeom prst="rect">
              <a:avLst/>
            </a:prstGeom>
          </p:spPr>
        </p:pic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69321204-E7B6-A25C-8EF9-A108FF9BB711}"/>
              </a:ext>
            </a:extLst>
          </p:cNvPr>
          <p:cNvGrpSpPr/>
          <p:nvPr/>
        </p:nvGrpSpPr>
        <p:grpSpPr>
          <a:xfrm>
            <a:off x="3903676" y="852836"/>
            <a:ext cx="1073513" cy="830997"/>
            <a:chOff x="3939239" y="3277262"/>
            <a:chExt cx="1073513" cy="830997"/>
          </a:xfrm>
        </p:grpSpPr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4BCAF6D6-B37E-8B77-7C6F-3F8940B0313A}"/>
                </a:ext>
              </a:extLst>
            </p:cNvPr>
            <p:cNvSpPr txBox="1"/>
            <p:nvPr/>
          </p:nvSpPr>
          <p:spPr>
            <a:xfrm>
              <a:off x="3939239" y="3277262"/>
              <a:ext cx="9467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b="1">
                  <a:solidFill>
                    <a:srgbClr val="0DC56D"/>
                  </a:solidFill>
                </a:rPr>
                <a:t>30</a:t>
              </a:r>
              <a:endParaRPr lang="es-CO" sz="4800" b="1">
                <a:solidFill>
                  <a:srgbClr val="0DC56D"/>
                </a:solidFill>
              </a:endParaRP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AD6452D6-6307-04B0-0BE9-7AFA685D1F72}"/>
                </a:ext>
              </a:extLst>
            </p:cNvPr>
            <p:cNvSpPr txBox="1"/>
            <p:nvPr/>
          </p:nvSpPr>
          <p:spPr>
            <a:xfrm>
              <a:off x="4586937" y="3508095"/>
              <a:ext cx="425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>
                  <a:solidFill>
                    <a:srgbClr val="0DC56D"/>
                  </a:solidFill>
                </a:rPr>
                <a:t>%</a:t>
              </a:r>
              <a:endParaRPr lang="es-CO" b="1">
                <a:solidFill>
                  <a:srgbClr val="0DC56D"/>
                </a:solidFill>
              </a:endParaRPr>
            </a:p>
          </p:txBody>
        </p: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E2FED24-1B6F-2BDD-F43C-56F4C4A4552A}"/>
              </a:ext>
            </a:extLst>
          </p:cNvPr>
          <p:cNvSpPr txBox="1"/>
          <p:nvPr/>
        </p:nvSpPr>
        <p:spPr>
          <a:xfrm>
            <a:off x="3392624" y="2938013"/>
            <a:ext cx="19677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ES" sz="1200" b="1" i="0" u="none" strike="noStrike" baseline="0">
                <a:solidFill>
                  <a:srgbClr val="333333"/>
                </a:solidFill>
                <a:latin typeface="Arial"/>
                <a:cs typeface="Arial"/>
              </a:rPr>
              <a:t>Con la firma del acta</a:t>
            </a:r>
          </a:p>
          <a:p>
            <a:pPr algn="ctr" rtl="0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ES" sz="1200" b="1" i="0" u="none" strike="noStrike" baseline="0">
                <a:solidFill>
                  <a:srgbClr val="333333"/>
                </a:solidFill>
                <a:latin typeface="Arial"/>
                <a:cs typeface="Arial"/>
              </a:rPr>
              <a:t>de inicio de proyecto.</a:t>
            </a:r>
            <a:endParaRPr lang="en-US" sz="1200" b="1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467DC1F-8318-32B5-9A25-36C79C184D7D}"/>
              </a:ext>
            </a:extLst>
          </p:cNvPr>
          <p:cNvSpPr txBox="1"/>
          <p:nvPr/>
        </p:nvSpPr>
        <p:spPr>
          <a:xfrm>
            <a:off x="5261117" y="2937014"/>
            <a:ext cx="17156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ES" sz="1200" b="1" i="0" u="none" strike="noStrike" baseline="0">
                <a:solidFill>
                  <a:srgbClr val="333333"/>
                </a:solidFill>
                <a:latin typeface="Arial"/>
                <a:cs typeface="Arial"/>
              </a:rPr>
              <a:t>Entrega de los desarrollos y pruebas de los </a:t>
            </a:r>
            <a:r>
              <a:rPr lang="es-ES" sz="1200" b="1" i="0" u="none" strike="noStrike" baseline="0" err="1">
                <a:solidFill>
                  <a:srgbClr val="333333"/>
                </a:solidFill>
                <a:latin typeface="Arial"/>
                <a:cs typeface="Arial"/>
              </a:rPr>
              <a:t>Sprints</a:t>
            </a:r>
            <a:r>
              <a:rPr lang="es-ES" sz="1200" b="1" i="0" u="none" strike="noStrike" baseline="0">
                <a:solidFill>
                  <a:srgbClr val="333333"/>
                </a:solidFill>
                <a:latin typeface="Arial"/>
                <a:cs typeface="Arial"/>
              </a:rPr>
              <a:t> definid</a:t>
            </a:r>
            <a:r>
              <a:rPr lang="es-ES" sz="1200" b="1">
                <a:solidFill>
                  <a:srgbClr val="333333"/>
                </a:solidFill>
                <a:latin typeface="Arial"/>
                <a:cs typeface="Arial"/>
              </a:rPr>
              <a:t>o</a:t>
            </a:r>
            <a:r>
              <a:rPr lang="es-ES" sz="1200" b="1" i="0" u="none" strike="noStrike" baseline="0">
                <a:solidFill>
                  <a:srgbClr val="333333"/>
                </a:solidFill>
                <a:latin typeface="Arial"/>
                <a:cs typeface="Arial"/>
              </a:rPr>
              <a:t>s.</a:t>
            </a:r>
            <a:endParaRPr lang="en-US" sz="1200" b="1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D293F46-064E-AB96-6A9A-3598AD9026BB}"/>
              </a:ext>
            </a:extLst>
          </p:cNvPr>
          <p:cNvSpPr txBox="1"/>
          <p:nvPr/>
        </p:nvSpPr>
        <p:spPr>
          <a:xfrm>
            <a:off x="6978474" y="2975248"/>
            <a:ext cx="1586375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CO" sz="1200" b="1" dirty="0">
                <a:solidFill>
                  <a:srgbClr val="333333"/>
                </a:solidFill>
                <a:latin typeface="Arial"/>
                <a:cs typeface="Arial"/>
              </a:rPr>
              <a:t>Ajustar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88477529-E52F-2992-D429-C9AFDE196B2B}"/>
              </a:ext>
            </a:extLst>
          </p:cNvPr>
          <p:cNvGrpSpPr/>
          <p:nvPr/>
        </p:nvGrpSpPr>
        <p:grpSpPr>
          <a:xfrm>
            <a:off x="5610526" y="852836"/>
            <a:ext cx="1073513" cy="830997"/>
            <a:chOff x="3939239" y="3277262"/>
            <a:chExt cx="1073513" cy="830997"/>
          </a:xfrm>
        </p:grpSpPr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042B3034-D2C3-BB35-E488-2C76663420ED}"/>
                </a:ext>
              </a:extLst>
            </p:cNvPr>
            <p:cNvSpPr txBox="1"/>
            <p:nvPr/>
          </p:nvSpPr>
          <p:spPr>
            <a:xfrm>
              <a:off x="3939239" y="3277262"/>
              <a:ext cx="9467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b="1">
                  <a:solidFill>
                    <a:srgbClr val="0DC56D"/>
                  </a:solidFill>
                </a:rPr>
                <a:t>50</a:t>
              </a:r>
              <a:endParaRPr lang="es-CO" sz="4800" b="1">
                <a:solidFill>
                  <a:srgbClr val="0DC56D"/>
                </a:solidFill>
              </a:endParaRP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93B7E8EC-A76C-894C-C22A-0276B506A5FC}"/>
                </a:ext>
              </a:extLst>
            </p:cNvPr>
            <p:cNvSpPr txBox="1"/>
            <p:nvPr/>
          </p:nvSpPr>
          <p:spPr>
            <a:xfrm>
              <a:off x="4586937" y="3508095"/>
              <a:ext cx="425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>
                  <a:solidFill>
                    <a:srgbClr val="0DC56D"/>
                  </a:solidFill>
                </a:rPr>
                <a:t>%</a:t>
              </a:r>
              <a:endParaRPr lang="es-CO" b="1">
                <a:solidFill>
                  <a:srgbClr val="0DC56D"/>
                </a:solidFill>
              </a:endParaRP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23D32D12-A8A1-8FBE-41A1-C4D4E7463DD1}"/>
              </a:ext>
            </a:extLst>
          </p:cNvPr>
          <p:cNvGrpSpPr/>
          <p:nvPr/>
        </p:nvGrpSpPr>
        <p:grpSpPr>
          <a:xfrm>
            <a:off x="7317132" y="852836"/>
            <a:ext cx="1073513" cy="830997"/>
            <a:chOff x="3939239" y="3277262"/>
            <a:chExt cx="1073513" cy="830997"/>
          </a:xfrm>
        </p:grpSpPr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3C720CEC-350E-D3A2-122C-7980C101E6C6}"/>
                </a:ext>
              </a:extLst>
            </p:cNvPr>
            <p:cNvSpPr txBox="1"/>
            <p:nvPr/>
          </p:nvSpPr>
          <p:spPr>
            <a:xfrm>
              <a:off x="3939239" y="3277262"/>
              <a:ext cx="9467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b="1">
                  <a:solidFill>
                    <a:srgbClr val="0DC56D"/>
                  </a:solidFill>
                </a:rPr>
                <a:t>20</a:t>
              </a:r>
              <a:endParaRPr lang="es-CO" sz="4800" b="1">
                <a:solidFill>
                  <a:srgbClr val="0DC56D"/>
                </a:solidFill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2F9110B5-0EFD-A6CB-DBC1-83C6845270E7}"/>
                </a:ext>
              </a:extLst>
            </p:cNvPr>
            <p:cNvSpPr txBox="1"/>
            <p:nvPr/>
          </p:nvSpPr>
          <p:spPr>
            <a:xfrm>
              <a:off x="4586937" y="3508095"/>
              <a:ext cx="425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>
                  <a:solidFill>
                    <a:srgbClr val="0DC56D"/>
                  </a:solidFill>
                </a:rPr>
                <a:t>%</a:t>
              </a:r>
              <a:endParaRPr lang="es-CO" b="1">
                <a:solidFill>
                  <a:srgbClr val="0DC56D"/>
                </a:solidFill>
              </a:endParaRPr>
            </a:p>
          </p:txBody>
        </p:sp>
      </p:grpSp>
      <p:pic>
        <p:nvPicPr>
          <p:cNvPr id="24" name="Imagen 23">
            <a:extLst>
              <a:ext uri="{FF2B5EF4-FFF2-40B4-BE49-F238E27FC236}">
                <a16:creationId xmlns:a16="http://schemas.microsoft.com/office/drawing/2014/main" id="{6F03DB48-774A-A74F-1DBA-C041AAAA2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6353" y="2297242"/>
            <a:ext cx="790616" cy="466749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0540BE95-7D8A-2BD3-DA91-118AE4A7E6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3637" y="1861012"/>
            <a:ext cx="790616" cy="908097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9DB02220-CA51-73C7-EB2B-5600B0E6DA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1194" y="2151185"/>
            <a:ext cx="790616" cy="612806"/>
          </a:xfrm>
          <a:prstGeom prst="rect">
            <a:avLst/>
          </a:prstGeom>
        </p:spPr>
      </p:pic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0078217C-9BDE-7447-A28B-32617CD1E73B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4376502" y="1678148"/>
            <a:ext cx="546" cy="473037"/>
          </a:xfrm>
          <a:prstGeom prst="line">
            <a:avLst/>
          </a:prstGeom>
          <a:ln w="9525">
            <a:solidFill>
              <a:srgbClr val="1D1B80"/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B6EBB11B-753E-9DDA-46C3-7ED0CC155CCF}"/>
              </a:ext>
            </a:extLst>
          </p:cNvPr>
          <p:cNvCxnSpPr>
            <a:cxnSpLocks/>
          </p:cNvCxnSpPr>
          <p:nvPr/>
        </p:nvCxnSpPr>
        <p:spPr>
          <a:xfrm>
            <a:off x="6118945" y="1678148"/>
            <a:ext cx="0" cy="182864"/>
          </a:xfrm>
          <a:prstGeom prst="line">
            <a:avLst/>
          </a:prstGeom>
          <a:ln w="9525">
            <a:solidFill>
              <a:srgbClr val="1D1B80"/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E1C8BFDB-5A70-FDC6-4321-9539E0A1F787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7771661" y="1678148"/>
            <a:ext cx="0" cy="619094"/>
          </a:xfrm>
          <a:prstGeom prst="line">
            <a:avLst/>
          </a:prstGeom>
          <a:ln w="9525">
            <a:solidFill>
              <a:srgbClr val="1D1B80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5B01E400-B396-0A72-3E63-333B2ACED0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8319" y="4730486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858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09843B-87F8-D01C-C615-3C30522DA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39E0503-FAC8-2FCA-27F7-766C63F483B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719635" y="-8869"/>
            <a:ext cx="7550307" cy="5166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80DBD774-2D30-07A6-B43F-1095E35D03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855" y="0"/>
            <a:ext cx="5824106" cy="51482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1204B1D-B164-DAE4-87E2-5AB5FEA2B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269777"/>
            <a:ext cx="5343525" cy="1430007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Condiciones Comerciales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EDFD036-784C-C29C-BED5-F5BF760533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4795CCAB-748D-781F-1584-718593208217}"/>
              </a:ext>
            </a:extLst>
          </p:cNvPr>
          <p:cNvGrpSpPr/>
          <p:nvPr/>
        </p:nvGrpSpPr>
        <p:grpSpPr>
          <a:xfrm>
            <a:off x="360229" y="1596199"/>
            <a:ext cx="4145096" cy="730841"/>
            <a:chOff x="774555" y="1621088"/>
            <a:chExt cx="4145096" cy="730841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851D6888-4D91-8069-AFFE-00742A6C4C40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s-MX" sz="12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9539B928-231F-904E-158B-40E5BF49E088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latin typeface="Arial"/>
                <a:cs typeface="Arial"/>
              </a:endParaRP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C2F8A4D6-51FA-AAC3-08FA-763F9D0F44D2}"/>
              </a:ext>
            </a:extLst>
          </p:cNvPr>
          <p:cNvGrpSpPr/>
          <p:nvPr/>
        </p:nvGrpSpPr>
        <p:grpSpPr>
          <a:xfrm>
            <a:off x="360229" y="2327040"/>
            <a:ext cx="4145096" cy="730841"/>
            <a:chOff x="774555" y="1621088"/>
            <a:chExt cx="4145096" cy="730841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9DFA88D4-F4B5-ECCA-98E6-2DE415F49E42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s-MX" sz="12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3D0AFA5C-4051-1FC5-7121-93DC9C017633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latin typeface="Arial"/>
                <a:cs typeface="Arial"/>
              </a:endParaRP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CBAD9382-FAD1-2B6C-99D0-88A573A9B647}"/>
              </a:ext>
            </a:extLst>
          </p:cNvPr>
          <p:cNvGrpSpPr/>
          <p:nvPr/>
        </p:nvGrpSpPr>
        <p:grpSpPr>
          <a:xfrm>
            <a:off x="360229" y="3057881"/>
            <a:ext cx="4145096" cy="730841"/>
            <a:chOff x="774555" y="1621088"/>
            <a:chExt cx="4145096" cy="730841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6DAD97F4-019A-EE36-9647-9251526B194D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s-MX" sz="12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877687DF-74B5-F80C-3717-6FCFDEF9D44B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latin typeface="Arial"/>
                <a:cs typeface="Arial"/>
              </a:endParaRP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88C71F84-EE69-B0AF-E5EA-F8602BEFF5AE}"/>
              </a:ext>
            </a:extLst>
          </p:cNvPr>
          <p:cNvGrpSpPr/>
          <p:nvPr/>
        </p:nvGrpSpPr>
        <p:grpSpPr>
          <a:xfrm>
            <a:off x="360229" y="3790164"/>
            <a:ext cx="4145096" cy="730841"/>
            <a:chOff x="774555" y="1621088"/>
            <a:chExt cx="4145096" cy="730841"/>
          </a:xfrm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6A8A5EA3-763F-9A87-BB5C-31FD8F00D250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s-MX" sz="12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D2167167-015F-9B69-38F6-FD043ED10A7C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7059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A7E6-4C4F-7D72-132D-53CED9EB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564034B-5425-D6C4-FC73-037EC0A3DC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"/>
            <a:ext cx="2974551" cy="5148262"/>
          </a:xfr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3B1A3B43-D1E6-428A-F190-E56AF815A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53" y="1840014"/>
            <a:ext cx="2128053" cy="1028396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Garantía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97C3256A-E754-A00C-9B57-093389191E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sp>
        <p:nvSpPr>
          <p:cNvPr id="2" name="Redondear rectángulo de esquina diagonal 14">
            <a:extLst>
              <a:ext uri="{FF2B5EF4-FFF2-40B4-BE49-F238E27FC236}">
                <a16:creationId xmlns:a16="http://schemas.microsoft.com/office/drawing/2014/main" id="{0E0E7FED-9E3A-89A4-1947-0FE4F875EB38}"/>
              </a:ext>
            </a:extLst>
          </p:cNvPr>
          <p:cNvSpPr/>
          <p:nvPr/>
        </p:nvSpPr>
        <p:spPr>
          <a:xfrm>
            <a:off x="1725979" y="4077766"/>
            <a:ext cx="3547806" cy="961146"/>
          </a:xfrm>
          <a:prstGeom prst="round2DiagRect">
            <a:avLst>
              <a:gd name="adj1" fmla="val 15796"/>
              <a:gd name="adj2" fmla="val 40158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270000" tIns="135000" rIns="270000" bIns="270000" rtlCol="0" anchor="b"/>
          <a:lstStyle/>
          <a:p>
            <a:endParaRPr lang="es-MX" sz="1000" b="1" i="1">
              <a:solidFill>
                <a:srgbClr val="33333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625DD84-AEFA-5F78-2127-B8EE7B068937}"/>
              </a:ext>
            </a:extLst>
          </p:cNvPr>
          <p:cNvSpPr txBox="1"/>
          <p:nvPr/>
        </p:nvSpPr>
        <p:spPr>
          <a:xfrm>
            <a:off x="3824089" y="1102280"/>
            <a:ext cx="5025391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1200">
                <a:solidFill>
                  <a:srgbClr val="333333"/>
                </a:solidFill>
                <a:latin typeface="Arial"/>
                <a:cs typeface="Calibri"/>
              </a:rPr>
              <a:t>La garantía del producto está definida en dos fases, la fase de estabilización y la garantía:</a:t>
            </a:r>
          </a:p>
          <a:p>
            <a:pPr algn="just"/>
            <a:endParaRPr lang="es-MX" sz="1200">
              <a:solidFill>
                <a:srgbClr val="333333"/>
              </a:solidFill>
              <a:latin typeface="Arial"/>
              <a:cs typeface="Calibri" panose="020F0502020204030204" pitchFamily="34" charset="0"/>
            </a:endParaRPr>
          </a:p>
          <a:p>
            <a:pPr algn="just"/>
            <a:r>
              <a:rPr lang="es-MX" sz="1200" b="1">
                <a:solidFill>
                  <a:srgbClr val="333333"/>
                </a:solidFill>
                <a:latin typeface="Arial"/>
                <a:cs typeface="Calibri"/>
              </a:rPr>
              <a:t>Fase de estabilización: </a:t>
            </a:r>
            <a:r>
              <a:rPr lang="es-MX" sz="1200">
                <a:solidFill>
                  <a:srgbClr val="333333"/>
                </a:solidFill>
                <a:latin typeface="Arial"/>
                <a:cs typeface="Calibri"/>
              </a:rPr>
              <a:t>Este periodo de tiempo inicia al momento de pasar el 100% de los desarrollos del producto al ambiente de QA del cliente. Se define un tiempo de 15 días calendario para que el cliente realice la certificación del producto.</a:t>
            </a:r>
          </a:p>
          <a:p>
            <a:pPr algn="just"/>
            <a:endParaRPr lang="es-MX" sz="1200">
              <a:solidFill>
                <a:srgbClr val="333333"/>
              </a:solidFill>
              <a:latin typeface="Arial"/>
              <a:cs typeface="Calibri" panose="020F0502020204030204" pitchFamily="34" charset="0"/>
            </a:endParaRPr>
          </a:p>
          <a:p>
            <a:pPr algn="just"/>
            <a:r>
              <a:rPr lang="es-MX" sz="1200" b="1">
                <a:solidFill>
                  <a:srgbClr val="333333"/>
                </a:solidFill>
                <a:latin typeface="Arial"/>
                <a:cs typeface="Calibri"/>
              </a:rPr>
              <a:t>Fase de garantía: </a:t>
            </a:r>
            <a:r>
              <a:rPr lang="es-MX" sz="1200">
                <a:solidFill>
                  <a:srgbClr val="333333"/>
                </a:solidFill>
                <a:latin typeface="Arial"/>
                <a:cs typeface="Calibri"/>
              </a:rPr>
              <a:t>Hace referencia al periodo de soporte de fallas que puedan surgir posterior a la fase de estabilización. Para esto se define un tiempo de 90 días calendario. </a:t>
            </a:r>
          </a:p>
          <a:p>
            <a:pPr algn="just"/>
            <a:endParaRPr lang="es-MX" sz="1200">
              <a:solidFill>
                <a:srgbClr val="333333"/>
              </a:solidFill>
              <a:latin typeface="Arial"/>
              <a:cs typeface="Calibri"/>
            </a:endParaRPr>
          </a:p>
          <a:p>
            <a:pPr algn="just"/>
            <a:r>
              <a:rPr lang="es-MX" sz="1200" b="1">
                <a:solidFill>
                  <a:srgbClr val="333333"/>
                </a:solidFill>
                <a:latin typeface="Arial"/>
                <a:ea typeface="Calibri"/>
                <a:cs typeface="Calibri"/>
              </a:rPr>
              <a:t>Garantía del producto </a:t>
            </a:r>
            <a:r>
              <a:rPr lang="es-MX" sz="1200">
                <a:solidFill>
                  <a:srgbClr val="333333"/>
                </a:solidFill>
                <a:latin typeface="Arial"/>
                <a:ea typeface="Calibri"/>
                <a:cs typeface="Calibri"/>
              </a:rPr>
              <a:t>= 15 días de estabilización + 90 días de garantía. </a:t>
            </a:r>
            <a:endParaRPr lang="es-MX" sz="1200">
              <a:latin typeface="Arial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28C26A9-F823-77AD-603B-7C0A1E1CA019}"/>
              </a:ext>
            </a:extLst>
          </p:cNvPr>
          <p:cNvSpPr txBox="1">
            <a:spLocks/>
          </p:cNvSpPr>
          <p:nvPr/>
        </p:nvSpPr>
        <p:spPr>
          <a:xfrm>
            <a:off x="1947113" y="4118592"/>
            <a:ext cx="3547805" cy="335757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200" b="1">
                <a:solidFill>
                  <a:srgbClr val="1560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Inicio</a:t>
            </a:r>
            <a:r>
              <a:rPr lang="es-CO" sz="1200" b="1">
                <a:gradFill>
                  <a:gsLst>
                    <a:gs pos="0">
                      <a:srgbClr val="BA3256"/>
                    </a:gs>
                    <a:gs pos="50000">
                      <a:srgbClr val="253880"/>
                    </a:gs>
                    <a:gs pos="100000">
                      <a:srgbClr val="54A771"/>
                    </a:gs>
                  </a:gsLst>
                  <a:lin ang="0" scaled="0"/>
                </a:gra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200" b="1">
                <a:solidFill>
                  <a:srgbClr val="1560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es-CO" sz="1200" b="1">
                <a:gradFill>
                  <a:gsLst>
                    <a:gs pos="0">
                      <a:srgbClr val="BA3256"/>
                    </a:gs>
                    <a:gs pos="50000">
                      <a:srgbClr val="253880"/>
                    </a:gs>
                    <a:gs pos="100000">
                      <a:srgbClr val="54A771"/>
                    </a:gs>
                  </a:gsLst>
                  <a:lin ang="0" scaled="0"/>
                </a:gra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200" b="1">
                <a:solidFill>
                  <a:srgbClr val="1560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51E137E-909B-63CB-8444-5F6F4CE67DB6}"/>
              </a:ext>
            </a:extLst>
          </p:cNvPr>
          <p:cNvSpPr txBox="1"/>
          <p:nvPr/>
        </p:nvSpPr>
        <p:spPr>
          <a:xfrm>
            <a:off x="1901605" y="4397531"/>
            <a:ext cx="3330222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MX" sz="1000" i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Hasta ocho (8) días hábiles después de firmado el contrato entre </a:t>
            </a:r>
            <a:r>
              <a:rPr lang="es-MX" sz="1000" i="1" err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xxxxxxxxxx</a:t>
            </a:r>
            <a:r>
              <a:rPr lang="es-MX" sz="1000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s-MX" sz="1000" i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o recepción de orden de compra o correo formal aceptando la propuesta.</a:t>
            </a:r>
          </a:p>
        </p:txBody>
      </p:sp>
      <p:sp>
        <p:nvSpPr>
          <p:cNvPr id="11" name="Redondear rectángulo de esquina diagonal 14">
            <a:extLst>
              <a:ext uri="{FF2B5EF4-FFF2-40B4-BE49-F238E27FC236}">
                <a16:creationId xmlns:a16="http://schemas.microsoft.com/office/drawing/2014/main" id="{DBCD68DC-4E83-A366-E6E1-768D4C678F93}"/>
              </a:ext>
            </a:extLst>
          </p:cNvPr>
          <p:cNvSpPr/>
          <p:nvPr/>
        </p:nvSpPr>
        <p:spPr>
          <a:xfrm>
            <a:off x="5593602" y="4073087"/>
            <a:ext cx="3368338" cy="961146"/>
          </a:xfrm>
          <a:prstGeom prst="round2DiagRect">
            <a:avLst>
              <a:gd name="adj1" fmla="val 15796"/>
              <a:gd name="adj2" fmla="val 36878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72000" tIns="288000" rIns="72000" bIns="270000" rtlCol="0" anchor="b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000" b="1" i="1" u="none" strike="noStrike" kern="1200" cap="none" spc="0" normalizeH="0" baseline="0" noProof="0">
              <a:ln>
                <a:noFill/>
              </a:ln>
              <a:solidFill>
                <a:srgbClr val="669933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9C719A26-ED08-A5C0-2F9B-3AFD50A597F5}"/>
              </a:ext>
            </a:extLst>
          </p:cNvPr>
          <p:cNvSpPr txBox="1">
            <a:spLocks/>
          </p:cNvSpPr>
          <p:nvPr/>
        </p:nvSpPr>
        <p:spPr>
          <a:xfrm>
            <a:off x="5694800" y="4235570"/>
            <a:ext cx="2795883" cy="179769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200" b="1">
                <a:solidFill>
                  <a:srgbClr val="1560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Vigencia</a:t>
            </a:r>
            <a:r>
              <a:rPr kumimoji="0" lang="es-CO" sz="16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BA3256"/>
                    </a:gs>
                    <a:gs pos="50000">
                      <a:srgbClr val="253880"/>
                    </a:gs>
                    <a:gs pos="100000">
                      <a:srgbClr val="54A771"/>
                    </a:gs>
                  </a:gsLst>
                  <a:lin ang="0" scaled="0"/>
                </a:gra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CO" sz="1200" b="1">
                <a:solidFill>
                  <a:srgbClr val="1560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la propuesta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F0D8F82-2686-09E7-666A-0B3AA815F59A}"/>
              </a:ext>
            </a:extLst>
          </p:cNvPr>
          <p:cNvSpPr/>
          <p:nvPr/>
        </p:nvSpPr>
        <p:spPr>
          <a:xfrm>
            <a:off x="5688083" y="4467889"/>
            <a:ext cx="31793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000" i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vigencia de la propuesta será de 60 días calendario a partir de la fecha de presentación de esta.</a:t>
            </a:r>
            <a:endParaRPr lang="es-CO" sz="1000" i="1">
              <a:solidFill>
                <a:srgbClr val="33333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dondear rectángulo de esquina diagonal 14">
            <a:extLst>
              <a:ext uri="{FF2B5EF4-FFF2-40B4-BE49-F238E27FC236}">
                <a16:creationId xmlns:a16="http://schemas.microsoft.com/office/drawing/2014/main" id="{AE49A1D3-40AD-766C-CA39-0E145F3BCFDA}"/>
              </a:ext>
            </a:extLst>
          </p:cNvPr>
          <p:cNvSpPr/>
          <p:nvPr/>
        </p:nvSpPr>
        <p:spPr>
          <a:xfrm>
            <a:off x="1633039" y="137336"/>
            <a:ext cx="5925646" cy="799064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72000" tIns="396000" rIns="72000" bIns="72000" rtlCol="0" anchor="ctr"/>
          <a:lstStyle/>
          <a:p>
            <a:r>
              <a:rPr lang="es-ES" sz="900" i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 entiende por garantía el proceso por el cual </a:t>
            </a:r>
            <a:r>
              <a:rPr lang="es-ES" sz="900" b="1" i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CBIT </a:t>
            </a:r>
            <a:r>
              <a:rPr lang="es-ES" sz="900" i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coloca a disposición del proyecto el talento humano que sea necesario para atender fallas o errores en los componentes ocasionados por la operación diaria. Este período no incluye nuevos requerimientos o funcionalidades.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4E87E8F-2225-1659-D600-3B46AE5D9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3191" y="137336"/>
            <a:ext cx="240358" cy="24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1000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66EA882-32C8-243D-FF47-78E3FD65EB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" y="-52789"/>
            <a:ext cx="9253168" cy="5197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22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DAC3792-FBF0-63E5-0C5E-D31FA63F44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17" y="0"/>
            <a:ext cx="9158635" cy="5148263"/>
          </a:xfr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F619516D-2691-DBE9-88AE-C3BB07CBDF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06784" y="233863"/>
            <a:ext cx="1026000" cy="25166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BF842A1-8061-D34D-7924-67988881DC06}"/>
              </a:ext>
            </a:extLst>
          </p:cNvPr>
          <p:cNvSpPr txBox="1"/>
          <p:nvPr/>
        </p:nvSpPr>
        <p:spPr>
          <a:xfrm>
            <a:off x="533400" y="1408677"/>
            <a:ext cx="2156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Gracias</a:t>
            </a:r>
          </a:p>
        </p:txBody>
      </p:sp>
      <p:grpSp>
        <p:nvGrpSpPr>
          <p:cNvPr id="8" name="vertical">
            <a:extLst>
              <a:ext uri="{FF2B5EF4-FFF2-40B4-BE49-F238E27FC236}">
                <a16:creationId xmlns:a16="http://schemas.microsoft.com/office/drawing/2014/main" id="{7235EB6B-CAAE-87C7-7A6A-FF92535C17EF}"/>
              </a:ext>
            </a:extLst>
          </p:cNvPr>
          <p:cNvGrpSpPr/>
          <p:nvPr/>
        </p:nvGrpSpPr>
        <p:grpSpPr>
          <a:xfrm>
            <a:off x="631149" y="3070838"/>
            <a:ext cx="1489700" cy="1263841"/>
            <a:chOff x="373477" y="3452136"/>
            <a:chExt cx="1780358" cy="1510431"/>
          </a:xfrm>
        </p:grpSpPr>
        <p:grpSp>
          <p:nvGrpSpPr>
            <p:cNvPr id="9" name="duv-uaf-iaf">
              <a:extLst>
                <a:ext uri="{FF2B5EF4-FFF2-40B4-BE49-F238E27FC236}">
                  <a16:creationId xmlns:a16="http://schemas.microsoft.com/office/drawing/2014/main" id="{9DC18A9B-F9D5-B153-0D8D-C2673017ACD8}"/>
                </a:ext>
              </a:extLst>
            </p:cNvPr>
            <p:cNvGrpSpPr/>
            <p:nvPr/>
          </p:nvGrpSpPr>
          <p:grpSpPr>
            <a:xfrm>
              <a:off x="1305955" y="3452136"/>
              <a:ext cx="847880" cy="1510430"/>
              <a:chOff x="2215213" y="3665621"/>
              <a:chExt cx="755226" cy="1345374"/>
            </a:xfrm>
            <a:effectLst>
              <a:outerShdw blurRad="308960" dist="38100" dir="8100000" sx="105000" sy="105000" algn="tr" rotWithShape="0">
                <a:prstClr val="black">
                  <a:alpha val="20000"/>
                </a:prstClr>
              </a:outerShdw>
            </a:effectLst>
          </p:grpSpPr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E5D7DDF0-C410-D99E-C88C-4CE2D07D9CE7}"/>
                  </a:ext>
                </a:extLst>
              </p:cNvPr>
              <p:cNvSpPr/>
              <p:nvPr/>
            </p:nvSpPr>
            <p:spPr>
              <a:xfrm>
                <a:off x="2215213" y="3665621"/>
                <a:ext cx="755226" cy="1345374"/>
              </a:xfrm>
              <a:prstGeom prst="rect">
                <a:avLst/>
              </a:prstGeom>
              <a:solidFill>
                <a:srgbClr val="B3BE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D1B7316F-CE57-D612-F2A7-71358D4D7EA3}"/>
                  </a:ext>
                </a:extLst>
              </p:cNvPr>
              <p:cNvSpPr/>
              <p:nvPr/>
            </p:nvSpPr>
            <p:spPr>
              <a:xfrm>
                <a:off x="2215213" y="3665621"/>
                <a:ext cx="755226" cy="9615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pic>
            <p:nvPicPr>
              <p:cNvPr id="17" name="Imagen 16">
                <a:extLst>
                  <a:ext uri="{FF2B5EF4-FFF2-40B4-BE49-F238E27FC236}">
                    <a16:creationId xmlns:a16="http://schemas.microsoft.com/office/drawing/2014/main" id="{81A025B5-7907-545D-0221-D6AE3C36A3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365586" y="3749683"/>
                <a:ext cx="454480" cy="156141"/>
              </a:xfrm>
              <a:prstGeom prst="rect">
                <a:avLst/>
              </a:prstGeom>
            </p:spPr>
          </p:pic>
          <p:pic>
            <p:nvPicPr>
              <p:cNvPr id="18" name="Imagen 17">
                <a:extLst>
                  <a:ext uri="{FF2B5EF4-FFF2-40B4-BE49-F238E27FC236}">
                    <a16:creationId xmlns:a16="http://schemas.microsoft.com/office/drawing/2014/main" id="{8046B672-50B0-563D-9E2A-1790EFE3BD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375112" y="3993567"/>
                <a:ext cx="435429" cy="205391"/>
              </a:xfrm>
              <a:prstGeom prst="rect">
                <a:avLst/>
              </a:prstGeom>
            </p:spPr>
          </p:pic>
          <p:pic>
            <p:nvPicPr>
              <p:cNvPr id="19" name="Imagen 18">
                <a:extLst>
                  <a:ext uri="{FF2B5EF4-FFF2-40B4-BE49-F238E27FC236}">
                    <a16:creationId xmlns:a16="http://schemas.microsoft.com/office/drawing/2014/main" id="{F92C4A5E-1E62-141E-0D7D-39AF4AB49C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363106" y="4286701"/>
                <a:ext cx="459441" cy="280963"/>
              </a:xfrm>
              <a:prstGeom prst="rect">
                <a:avLst/>
              </a:prstGeom>
            </p:spPr>
          </p:pic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513185D8-432F-85E4-E2CF-1DE2B5682817}"/>
                  </a:ext>
                </a:extLst>
              </p:cNvPr>
              <p:cNvSpPr txBox="1"/>
              <p:nvPr/>
            </p:nvSpPr>
            <p:spPr>
              <a:xfrm>
                <a:off x="2226205" y="4684084"/>
                <a:ext cx="733242" cy="3015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400" b="1">
                    <a:solidFill>
                      <a:srgbClr val="00356E"/>
                    </a:solidFill>
                  </a:rPr>
                  <a:t>ISO 27001:2022</a:t>
                </a:r>
              </a:p>
              <a:p>
                <a:pPr algn="ctr"/>
                <a:r>
                  <a:rPr lang="es-CO" sz="400"/>
                  <a:t>PRC/DUV-COL/IS3164</a:t>
                </a:r>
              </a:p>
              <a:p>
                <a:pPr algn="ctr"/>
                <a:r>
                  <a:rPr lang="es-CO" sz="400"/>
                  <a:t>CAB/DUV-COL/IS3165</a:t>
                </a:r>
              </a:p>
            </p:txBody>
          </p:sp>
          <p:cxnSp>
            <p:nvCxnSpPr>
              <p:cNvPr id="21" name="Conector recto 20">
                <a:extLst>
                  <a:ext uri="{FF2B5EF4-FFF2-40B4-BE49-F238E27FC236}">
                    <a16:creationId xmlns:a16="http://schemas.microsoft.com/office/drawing/2014/main" id="{682EBE46-2D1C-EC4E-4293-7F63F7A00A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5213" y="4627194"/>
                <a:ext cx="755226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future builders">
              <a:extLst>
                <a:ext uri="{FF2B5EF4-FFF2-40B4-BE49-F238E27FC236}">
                  <a16:creationId xmlns:a16="http://schemas.microsoft.com/office/drawing/2014/main" id="{D616C77A-DD46-7D24-95A6-81762C9D3556}"/>
                </a:ext>
              </a:extLst>
            </p:cNvPr>
            <p:cNvGrpSpPr/>
            <p:nvPr/>
          </p:nvGrpSpPr>
          <p:grpSpPr>
            <a:xfrm>
              <a:off x="373477" y="3452136"/>
              <a:ext cx="833903" cy="1510431"/>
              <a:chOff x="367517" y="3499719"/>
              <a:chExt cx="833903" cy="1510431"/>
            </a:xfrm>
            <a:effectLst>
              <a:outerShdw blurRad="304800" dist="38100" dir="8100000" sx="105000" sy="105000" algn="ctr" rotWithShape="0">
                <a:srgbClr val="000000">
                  <a:alpha val="20000"/>
                </a:srgbClr>
              </a:outerShdw>
            </a:effectLst>
          </p:grpSpPr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E16EB1EB-E0FC-29A3-CDF8-86619D7BC559}"/>
                  </a:ext>
                </a:extLst>
              </p:cNvPr>
              <p:cNvSpPr/>
              <p:nvPr/>
            </p:nvSpPr>
            <p:spPr>
              <a:xfrm>
                <a:off x="367517" y="3499719"/>
                <a:ext cx="833134" cy="151043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>
                  <a:solidFill>
                    <a:schemeClr val="bg1"/>
                  </a:solidFill>
                </a:endParaRPr>
              </a:p>
            </p:txBody>
          </p:sp>
          <p:pic>
            <p:nvPicPr>
              <p:cNvPr id="12" name="Imagen 11">
                <a:extLst>
                  <a:ext uri="{FF2B5EF4-FFF2-40B4-BE49-F238E27FC236}">
                    <a16:creationId xmlns:a16="http://schemas.microsoft.com/office/drawing/2014/main" id="{E6FDC158-7AD8-0346-DED8-BF57327222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68286" y="3505128"/>
                <a:ext cx="833134" cy="1173189"/>
              </a:xfrm>
              <a:prstGeom prst="rect">
                <a:avLst/>
              </a:prstGeom>
            </p:spPr>
          </p:pic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5FEA9470-D609-E2BD-F409-FAD3C520570B}"/>
                  </a:ext>
                </a:extLst>
              </p:cNvPr>
              <p:cNvSpPr/>
              <p:nvPr/>
            </p:nvSpPr>
            <p:spPr>
              <a:xfrm>
                <a:off x="424764" y="4221126"/>
                <a:ext cx="712800" cy="698114"/>
              </a:xfrm>
              <a:prstGeom prst="rect">
                <a:avLst/>
              </a:prstGeom>
              <a:solidFill>
                <a:srgbClr val="B1BFC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92317B9E-6293-2A42-0B46-F21F57D7EBCE}"/>
                  </a:ext>
                </a:extLst>
              </p:cNvPr>
              <p:cNvSpPr txBox="1"/>
              <p:nvPr/>
            </p:nvSpPr>
            <p:spPr>
              <a:xfrm>
                <a:off x="431786" y="4221127"/>
                <a:ext cx="704596" cy="625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400" b="1">
                    <a:solidFill>
                      <a:srgbClr val="00356E"/>
                    </a:solidFill>
                  </a:rPr>
                  <a:t>ISO 9001:2015</a:t>
                </a:r>
              </a:p>
              <a:p>
                <a:pPr algn="ctr"/>
                <a:r>
                  <a:rPr lang="es-CO" sz="400"/>
                  <a:t>MSC-57124103</a:t>
                </a:r>
              </a:p>
              <a:p>
                <a:pPr algn="ctr"/>
                <a:r>
                  <a:rPr lang="es-CO" sz="400"/>
                  <a:t>MSC-57124103-1</a:t>
                </a:r>
              </a:p>
              <a:p>
                <a:pPr algn="ctr"/>
                <a:endParaRPr lang="es-CO" sz="400"/>
              </a:p>
              <a:p>
                <a:pPr algn="ctr">
                  <a:lnSpc>
                    <a:spcPts val="0"/>
                  </a:lnSpc>
                </a:pPr>
                <a:endParaRPr lang="es-CO" sz="400"/>
              </a:p>
              <a:p>
                <a:pPr algn="ctr"/>
                <a:r>
                  <a:rPr lang="es-CO" sz="400" b="1">
                    <a:solidFill>
                      <a:srgbClr val="00356E"/>
                    </a:solidFill>
                  </a:rPr>
                  <a:t>ISO 27032:2023</a:t>
                </a:r>
              </a:p>
              <a:p>
                <a:pPr algn="ctr"/>
                <a:r>
                  <a:rPr lang="es-CO" sz="400"/>
                  <a:t>MSC-571924002</a:t>
                </a:r>
              </a:p>
              <a:p>
                <a:pPr algn="ctr"/>
                <a:r>
                  <a:rPr lang="es-CO" sz="400"/>
                  <a:t>MSC-571924002-1</a:t>
                </a:r>
              </a:p>
            </p:txBody>
          </p:sp>
        </p:grpSp>
      </p:grpSp>
      <p:pic>
        <p:nvPicPr>
          <p:cNvPr id="23" name="Imagen 22">
            <a:extLst>
              <a:ext uri="{FF2B5EF4-FFF2-40B4-BE49-F238E27FC236}">
                <a16:creationId xmlns:a16="http://schemas.microsoft.com/office/drawing/2014/main" id="{DF1F4422-5300-C43E-5015-9B4959B68A0C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526" y="2008011"/>
            <a:ext cx="2740004" cy="851623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BDCC8DCC-EC20-7B34-937F-B08A0C6C354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63968" y="4755399"/>
            <a:ext cx="3636000" cy="169444"/>
          </a:xfrm>
          <a:prstGeom prst="rect">
            <a:avLst/>
          </a:prstGeom>
        </p:spPr>
      </p:pic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F7251CC8-5E53-231D-8DB7-30EF3F4B4000}"/>
              </a:ext>
            </a:extLst>
          </p:cNvPr>
          <p:cNvCxnSpPr/>
          <p:nvPr/>
        </p:nvCxnSpPr>
        <p:spPr>
          <a:xfrm>
            <a:off x="4114800" y="4780635"/>
            <a:ext cx="5334000" cy="0"/>
          </a:xfrm>
          <a:prstGeom prst="line">
            <a:avLst/>
          </a:prstGeom>
          <a:ln w="19050">
            <a:solidFill>
              <a:srgbClr val="6DFD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60772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A95581-EE7F-CAB5-2E5B-C0492BA6E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950010E2-C2E9-9D26-F605-648E6FB9937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99CD962A-1AF9-7240-F497-530703E2B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294" y="1607037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Inserta tu título aquí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41F89BF-ADBA-6FB1-E02B-CC6F968F0F77}"/>
              </a:ext>
            </a:extLst>
          </p:cNvPr>
          <p:cNvSpPr txBox="1"/>
          <p:nvPr/>
        </p:nvSpPr>
        <p:spPr>
          <a:xfrm>
            <a:off x="520293" y="1990220"/>
            <a:ext cx="51397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/>
              <a:t>En este espacio puedes incluir un texto de descripción que complemente la diapositiva. Puedes brindar contexto adicional, resaltar la información clave o explicar con mayor detalle los puntos presentados. Mantén el mensaje breve, claro y directo, de manera que aporte valor sin sobrecargar la presentación.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5040C286-83DE-6ABC-58D2-0B15602B2215}"/>
              </a:ext>
            </a:extLst>
          </p:cNvPr>
          <p:cNvSpPr txBox="1">
            <a:spLocks/>
          </p:cNvSpPr>
          <p:nvPr/>
        </p:nvSpPr>
        <p:spPr>
          <a:xfrm>
            <a:off x="136374" y="193273"/>
            <a:ext cx="590550" cy="236933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05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TÍTULO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5CDEF554-093E-0E62-C36A-B8FA047ECFFA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B788009F-D2CB-0FD6-0F50-0770CB4F06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342" y="183626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898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9B4BD-3ACC-FD22-C356-7D236EFDA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37D8A1-14CD-ACD2-C714-BFCF4B943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 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A0BEFD1-CBE9-F54D-C7DD-84683B5A95A3}"/>
              </a:ext>
            </a:extLst>
          </p:cNvPr>
          <p:cNvSpPr/>
          <p:nvPr/>
        </p:nvSpPr>
        <p:spPr>
          <a:xfrm>
            <a:off x="0" y="0"/>
            <a:ext cx="9144000" cy="5148263"/>
          </a:xfrm>
          <a:prstGeom prst="rect">
            <a:avLst/>
          </a:prstGeom>
          <a:solidFill>
            <a:srgbClr val="CCFF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437FE3CF-9A39-9BB6-4526-A5BCD6851DA0}"/>
              </a:ext>
            </a:extLst>
          </p:cNvPr>
          <p:cNvGrpSpPr/>
          <p:nvPr/>
        </p:nvGrpSpPr>
        <p:grpSpPr>
          <a:xfrm>
            <a:off x="215625" y="745967"/>
            <a:ext cx="2854960" cy="4227888"/>
            <a:chOff x="175950" y="708077"/>
            <a:chExt cx="2854960" cy="4227888"/>
          </a:xfrm>
        </p:grpSpPr>
        <p:sp>
          <p:nvSpPr>
            <p:cNvPr id="9" name="Rectángulo redondeado 8">
              <a:extLst>
                <a:ext uri="{FF2B5EF4-FFF2-40B4-BE49-F238E27FC236}">
                  <a16:creationId xmlns:a16="http://schemas.microsoft.com/office/drawing/2014/main" id="{C9E3ED0D-721B-9BFF-C14F-3F5DFF14771B}"/>
                </a:ext>
              </a:extLst>
            </p:cNvPr>
            <p:cNvSpPr/>
            <p:nvPr/>
          </p:nvSpPr>
          <p:spPr>
            <a:xfrm>
              <a:off x="175950" y="1745725"/>
              <a:ext cx="2854960" cy="3190240"/>
            </a:xfrm>
            <a:prstGeom prst="roundRect">
              <a:avLst>
                <a:gd name="adj" fmla="val 741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007999" rtlCol="0" anchor="t" anchorCtr="0"/>
            <a:lstStyle/>
            <a:p>
              <a:pPr algn="ctr"/>
              <a:r>
                <a:rPr lang="es-CO" sz="1500" b="1">
                  <a:solidFill>
                    <a:srgbClr val="15601D"/>
                  </a:solidFill>
                </a:rPr>
                <a:t>Título 1</a:t>
              </a:r>
            </a:p>
            <a:p>
              <a:pPr algn="ctr"/>
              <a:r>
                <a:rPr lang="es-CO" sz="1200">
                  <a:solidFill>
                    <a:schemeClr val="tx1"/>
                  </a:solidFill>
                </a:rPr>
                <a:t>Inserta tu texto aquí.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89BD8563-C0E4-26C4-CC4C-64ECE00A9681}"/>
                </a:ext>
              </a:extLst>
            </p:cNvPr>
            <p:cNvSpPr txBox="1"/>
            <p:nvPr/>
          </p:nvSpPr>
          <p:spPr>
            <a:xfrm>
              <a:off x="551870" y="3697751"/>
              <a:ext cx="2103120" cy="233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05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Inserta tu descripción aquí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12B811A7-A2B2-0F0E-5325-BEA71FD71712}"/>
                </a:ext>
              </a:extLst>
            </p:cNvPr>
            <p:cNvSpPr txBox="1"/>
            <p:nvPr/>
          </p:nvSpPr>
          <p:spPr>
            <a:xfrm>
              <a:off x="551870" y="4348480"/>
              <a:ext cx="2103120" cy="220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000"/>
                </a:lnSpc>
              </a:pPr>
              <a:r>
                <a:rPr lang="es-CO" sz="950"/>
                <a:t>Inserta tu texto aquí.</a:t>
              </a:r>
            </a:p>
          </p:txBody>
        </p: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07D088D1-C964-F31F-5E9E-B07F0F7FE1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9470" y="4277360"/>
              <a:ext cx="2407920" cy="0"/>
            </a:xfrm>
            <a:prstGeom prst="line">
              <a:avLst/>
            </a:prstGeom>
            <a:ln w="12700">
              <a:solidFill>
                <a:srgbClr val="1560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553DFA43-DFCA-43C7-F3E5-AB015E4FE1F1}"/>
                </a:ext>
              </a:extLst>
            </p:cNvPr>
            <p:cNvSpPr/>
            <p:nvPr/>
          </p:nvSpPr>
          <p:spPr>
            <a:xfrm>
              <a:off x="577445" y="708077"/>
              <a:ext cx="2051970" cy="205197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1400">
                  <a:solidFill>
                    <a:srgbClr val="212121"/>
                  </a:solidFill>
                </a:rPr>
                <a:t>Pon tu imagen de fondo o cifra aquí</a:t>
              </a: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5BADEE1F-986B-A02D-983D-620794832914}"/>
              </a:ext>
            </a:extLst>
          </p:cNvPr>
          <p:cNvGrpSpPr/>
          <p:nvPr/>
        </p:nvGrpSpPr>
        <p:grpSpPr>
          <a:xfrm>
            <a:off x="3161382" y="745967"/>
            <a:ext cx="2854960" cy="4227888"/>
            <a:chOff x="175950" y="708077"/>
            <a:chExt cx="2854960" cy="4227888"/>
          </a:xfrm>
        </p:grpSpPr>
        <p:sp>
          <p:nvSpPr>
            <p:cNvPr id="20" name="Rectángulo redondeado 19">
              <a:extLst>
                <a:ext uri="{FF2B5EF4-FFF2-40B4-BE49-F238E27FC236}">
                  <a16:creationId xmlns:a16="http://schemas.microsoft.com/office/drawing/2014/main" id="{6E069AB0-5A37-F384-603C-936B2B603D1B}"/>
                </a:ext>
              </a:extLst>
            </p:cNvPr>
            <p:cNvSpPr/>
            <p:nvPr/>
          </p:nvSpPr>
          <p:spPr>
            <a:xfrm>
              <a:off x="175950" y="1745725"/>
              <a:ext cx="2854960" cy="3190240"/>
            </a:xfrm>
            <a:prstGeom prst="roundRect">
              <a:avLst>
                <a:gd name="adj" fmla="val 741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007999" rtlCol="0" anchor="t" anchorCtr="0"/>
            <a:lstStyle/>
            <a:p>
              <a:pPr algn="ctr"/>
              <a:r>
                <a:rPr lang="es-CO" sz="1500" b="1">
                  <a:solidFill>
                    <a:srgbClr val="15601D"/>
                  </a:solidFill>
                </a:rPr>
                <a:t>Título 1</a:t>
              </a:r>
            </a:p>
            <a:p>
              <a:pPr algn="ctr"/>
              <a:r>
                <a:rPr lang="es-CO" sz="1200">
                  <a:solidFill>
                    <a:schemeClr val="tx1"/>
                  </a:solidFill>
                </a:rPr>
                <a:t>Inserta tu texto aquí.</a:t>
              </a:r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A408EF58-331A-DE6E-7B50-A31A5E88DDC4}"/>
                </a:ext>
              </a:extLst>
            </p:cNvPr>
            <p:cNvSpPr txBox="1"/>
            <p:nvPr/>
          </p:nvSpPr>
          <p:spPr>
            <a:xfrm>
              <a:off x="551870" y="3697751"/>
              <a:ext cx="2103120" cy="233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05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Inserta tu descripción aquí</a:t>
              </a: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29189ACA-8895-D23C-EB61-6CAB35951BEB}"/>
                </a:ext>
              </a:extLst>
            </p:cNvPr>
            <p:cNvSpPr txBox="1"/>
            <p:nvPr/>
          </p:nvSpPr>
          <p:spPr>
            <a:xfrm>
              <a:off x="551870" y="4348480"/>
              <a:ext cx="2103120" cy="220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000"/>
                </a:lnSpc>
              </a:pPr>
              <a:r>
                <a:rPr lang="es-CO" sz="950"/>
                <a:t>Inserta tu texto aquí.</a:t>
              </a:r>
            </a:p>
          </p:txBody>
        </p: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737F2CBB-196A-CCC9-00B9-92A0E1ECBE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9470" y="4277360"/>
              <a:ext cx="2407920" cy="0"/>
            </a:xfrm>
            <a:prstGeom prst="line">
              <a:avLst/>
            </a:prstGeom>
            <a:ln w="12700">
              <a:solidFill>
                <a:srgbClr val="1560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709D5CA1-6F55-3539-8BB7-1F6D9D46DF49}"/>
                </a:ext>
              </a:extLst>
            </p:cNvPr>
            <p:cNvSpPr/>
            <p:nvPr/>
          </p:nvSpPr>
          <p:spPr>
            <a:xfrm>
              <a:off x="577445" y="708077"/>
              <a:ext cx="2051970" cy="205197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1400">
                  <a:solidFill>
                    <a:srgbClr val="212121"/>
                  </a:solidFill>
                </a:rPr>
                <a:t>Pon tu imagen de fondo o cifra aquí</a:t>
              </a:r>
            </a:p>
          </p:txBody>
        </p:sp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B33CBD38-B9CC-C06D-36F5-9B7D4A86B689}"/>
              </a:ext>
            </a:extLst>
          </p:cNvPr>
          <p:cNvGrpSpPr/>
          <p:nvPr/>
        </p:nvGrpSpPr>
        <p:grpSpPr>
          <a:xfrm>
            <a:off x="6107139" y="745967"/>
            <a:ext cx="2854960" cy="4227888"/>
            <a:chOff x="175950" y="708077"/>
            <a:chExt cx="2854960" cy="4227888"/>
          </a:xfrm>
        </p:grpSpPr>
        <p:sp>
          <p:nvSpPr>
            <p:cNvPr id="39" name="Rectángulo redondeado 38">
              <a:extLst>
                <a:ext uri="{FF2B5EF4-FFF2-40B4-BE49-F238E27FC236}">
                  <a16:creationId xmlns:a16="http://schemas.microsoft.com/office/drawing/2014/main" id="{E236300C-7CB3-52CC-AE9A-342BF62A2B6E}"/>
                </a:ext>
              </a:extLst>
            </p:cNvPr>
            <p:cNvSpPr/>
            <p:nvPr/>
          </p:nvSpPr>
          <p:spPr>
            <a:xfrm>
              <a:off x="175950" y="1745725"/>
              <a:ext cx="2854960" cy="3190240"/>
            </a:xfrm>
            <a:prstGeom prst="roundRect">
              <a:avLst>
                <a:gd name="adj" fmla="val 741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007999" rtlCol="0" anchor="t" anchorCtr="0"/>
            <a:lstStyle/>
            <a:p>
              <a:pPr algn="ctr"/>
              <a:r>
                <a:rPr lang="es-CO" sz="1500" b="1">
                  <a:solidFill>
                    <a:srgbClr val="15601D"/>
                  </a:solidFill>
                </a:rPr>
                <a:t>Título 1</a:t>
              </a:r>
            </a:p>
            <a:p>
              <a:pPr algn="ctr"/>
              <a:r>
                <a:rPr lang="es-CO" sz="1200">
                  <a:solidFill>
                    <a:schemeClr val="tx1"/>
                  </a:solidFill>
                </a:rPr>
                <a:t>Inserta tu texto aquí.</a:t>
              </a:r>
            </a:p>
          </p:txBody>
        </p: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7FB2DA04-9CBF-49D3-EE69-E1B264E75A8C}"/>
                </a:ext>
              </a:extLst>
            </p:cNvPr>
            <p:cNvSpPr txBox="1"/>
            <p:nvPr/>
          </p:nvSpPr>
          <p:spPr>
            <a:xfrm>
              <a:off x="551870" y="3697751"/>
              <a:ext cx="2103120" cy="233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05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Inserta tu descripción aquí</a:t>
              </a:r>
            </a:p>
          </p:txBody>
        </p: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8997909F-67F2-B041-0BBD-AEEAA8390C7D}"/>
                </a:ext>
              </a:extLst>
            </p:cNvPr>
            <p:cNvSpPr txBox="1"/>
            <p:nvPr/>
          </p:nvSpPr>
          <p:spPr>
            <a:xfrm>
              <a:off x="551870" y="4348480"/>
              <a:ext cx="2103120" cy="220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000"/>
                </a:lnSpc>
              </a:pPr>
              <a:r>
                <a:rPr lang="es-CO" sz="950"/>
                <a:t>Inserta tu texto aquí.</a:t>
              </a:r>
            </a:p>
          </p:txBody>
        </p: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F63D849B-BF6D-991F-38A6-16BECC14F5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9470" y="4277360"/>
              <a:ext cx="2407920" cy="0"/>
            </a:xfrm>
            <a:prstGeom prst="line">
              <a:avLst/>
            </a:prstGeom>
            <a:ln w="12700">
              <a:solidFill>
                <a:srgbClr val="1560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04B59C9-F8B2-EE88-CDF1-6994AAD94064}"/>
                </a:ext>
              </a:extLst>
            </p:cNvPr>
            <p:cNvSpPr/>
            <p:nvPr/>
          </p:nvSpPr>
          <p:spPr>
            <a:xfrm>
              <a:off x="577445" y="708077"/>
              <a:ext cx="2051970" cy="205197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1400">
                  <a:solidFill>
                    <a:srgbClr val="212121"/>
                  </a:solidFill>
                </a:rPr>
                <a:t>Pon tu imagen de fondo o cifra aquí</a:t>
              </a:r>
            </a:p>
          </p:txBody>
        </p:sp>
      </p:grpSp>
      <p:sp>
        <p:nvSpPr>
          <p:cNvPr id="45" name="Título 1">
            <a:extLst>
              <a:ext uri="{FF2B5EF4-FFF2-40B4-BE49-F238E27FC236}">
                <a16:creationId xmlns:a16="http://schemas.microsoft.com/office/drawing/2014/main" id="{DA3E401A-F19E-2D70-5683-784CC101B598}"/>
              </a:ext>
            </a:extLst>
          </p:cNvPr>
          <p:cNvSpPr txBox="1">
            <a:spLocks/>
          </p:cNvSpPr>
          <p:nvPr/>
        </p:nvSpPr>
        <p:spPr>
          <a:xfrm>
            <a:off x="136374" y="193273"/>
            <a:ext cx="590550" cy="236933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05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TÍTULO</a:t>
            </a:r>
          </a:p>
        </p:txBody>
      </p: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305D2E4A-DEA3-DCC5-3A80-7AD13783097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59D732CA-9098-E47C-6765-B9391558BF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342" y="183626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1997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81EF9C-BD85-6003-2AAC-A836FA3D6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4776576-65BE-2283-8C8C-27F56B65469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719635" y="-8869"/>
            <a:ext cx="7550307" cy="5166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2E94BA86-0810-CBB7-A35A-D8DC8BD173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855" y="0"/>
            <a:ext cx="3594250" cy="51482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FD32293-0466-259B-E755-82286BC4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1" y="1784252"/>
            <a:ext cx="2743199" cy="1430007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Inserta tu título aquí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4BD8313-CC2C-2980-37EB-6753AD8D2D8D}"/>
              </a:ext>
            </a:extLst>
          </p:cNvPr>
          <p:cNvSpPr txBox="1"/>
          <p:nvPr/>
        </p:nvSpPr>
        <p:spPr>
          <a:xfrm>
            <a:off x="462396" y="2844927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>
                <a:solidFill>
                  <a:srgbClr val="15601D"/>
                </a:solidFill>
              </a:rPr>
              <a:t>Inserta la descripción aquí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7C005C7C-BD52-1546-EE4D-A2165F7107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0630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51E77E99-5208-D6E4-C69F-40C5F1BE37B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B868673C-19F4-1216-9FA8-0F63E5450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0987" y="1892374"/>
            <a:ext cx="2982664" cy="1197261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Agrega el título de tu sección en este espacio</a:t>
            </a:r>
          </a:p>
        </p:txBody>
      </p:sp>
      <p:sp>
        <p:nvSpPr>
          <p:cNvPr id="11" name="Redondear rectángulo de esquina del mismo lado 10">
            <a:extLst>
              <a:ext uri="{FF2B5EF4-FFF2-40B4-BE49-F238E27FC236}">
                <a16:creationId xmlns:a16="http://schemas.microsoft.com/office/drawing/2014/main" id="{F57450F4-BE6D-9FE7-419D-B13D68E666AA}"/>
              </a:ext>
            </a:extLst>
          </p:cNvPr>
          <p:cNvSpPr/>
          <p:nvPr/>
        </p:nvSpPr>
        <p:spPr>
          <a:xfrm rot="5400000">
            <a:off x="592930" y="-58234"/>
            <a:ext cx="3857196" cy="5098477"/>
          </a:xfrm>
          <a:prstGeom prst="round2SameRect">
            <a:avLst>
              <a:gd name="adj1" fmla="val 5532"/>
              <a:gd name="adj2" fmla="val 0"/>
            </a:avLst>
          </a:prstGeom>
          <a:solidFill>
            <a:srgbClr val="6DFD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E572B4F-A63C-3319-D08A-27ED72788F60}"/>
              </a:ext>
            </a:extLst>
          </p:cNvPr>
          <p:cNvSpPr txBox="1"/>
          <p:nvPr/>
        </p:nvSpPr>
        <p:spPr>
          <a:xfrm>
            <a:off x="360219" y="1583063"/>
            <a:ext cx="421178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1600"/>
              <a:t>En este espacio puedes incluir un texto de descripción que complemente la diapositiva. Puedes brindar contexto adicional, resaltar la información clave o explicar con mayor detalle los puntos presentados. Mantén el mensaje breve, claro y directo, de manera que aporte valor sin sobrecargar la presentación.</a:t>
            </a: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07284B43-E4AA-13D5-AB86-8A8E07FCD57E}"/>
              </a:ext>
            </a:extLst>
          </p:cNvPr>
          <p:cNvSpPr txBox="1">
            <a:spLocks/>
          </p:cNvSpPr>
          <p:nvPr/>
        </p:nvSpPr>
        <p:spPr>
          <a:xfrm>
            <a:off x="136374" y="193273"/>
            <a:ext cx="590550" cy="236933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05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TÍTULO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CA39C460-34A6-59B0-5FBD-0F17B88446D3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532071BA-D384-CF70-5064-7D244B9211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342" y="183626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359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BE8FD-7DCF-591B-1233-1C0AD7B2E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9D55C9A4-309B-AB90-DB88-A1FF6B3F2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6738" y="1335188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Inserta tu título aquí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1874951-AA01-C2B6-06A3-3A0E6EB62CA0}"/>
              </a:ext>
            </a:extLst>
          </p:cNvPr>
          <p:cNvSpPr txBox="1"/>
          <p:nvPr/>
        </p:nvSpPr>
        <p:spPr>
          <a:xfrm>
            <a:off x="1236331" y="1990220"/>
            <a:ext cx="66713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/>
              <a:t>En este espacio puedes incluir un texto de descripción que complemente la diapositiva. Puedes brindar contexto adicional, resaltar la información clave o explicar con mayor detalle los puntos presentados. Mantén el mensaje breve, claro y directo, de manera que aporte valor sin sobrecargar la presentación.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C9717A15-24DD-E347-FA82-6ED4C4BF1A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87189" y="-8238"/>
            <a:ext cx="771769" cy="762000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621D1B71-4F3E-30E1-7B18-D9ED1C1A6BEC}"/>
              </a:ext>
            </a:extLst>
          </p:cNvPr>
          <p:cNvSpPr txBox="1">
            <a:spLocks/>
          </p:cNvSpPr>
          <p:nvPr/>
        </p:nvSpPr>
        <p:spPr>
          <a:xfrm>
            <a:off x="136374" y="193273"/>
            <a:ext cx="590550" cy="236933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05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TÍTULO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10D07956-BBD7-6DA8-3A8D-072AD00AAA97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62DA5E7B-C5E6-FBBA-9CC8-1454677E1A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78" y="4711495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3077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62BD4-7AF8-7157-8BB7-1016ECF6A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E1CAEBF-8DF1-5FF1-A764-8561870D40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9999" y="-8869"/>
            <a:ext cx="9183999" cy="5166000"/>
          </a:xfrm>
        </p:spPr>
      </p:pic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22898B50-2D3B-73EA-034B-A5A01C847DF4}"/>
              </a:ext>
            </a:extLst>
          </p:cNvPr>
          <p:cNvSpPr txBox="1">
            <a:spLocks/>
          </p:cNvSpPr>
          <p:nvPr/>
        </p:nvSpPr>
        <p:spPr>
          <a:xfrm>
            <a:off x="356790" y="1307939"/>
            <a:ext cx="3758009" cy="6944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s-CO" sz="20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Agrega el título de tu sección en este espacio</a:t>
            </a:r>
            <a:endParaRPr lang="es-CO" sz="2200" b="1">
              <a:solidFill>
                <a:srgbClr val="15601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BE2748D-8AF9-73B7-701C-8AF39A7880B9}"/>
              </a:ext>
            </a:extLst>
          </p:cNvPr>
          <p:cNvSpPr txBox="1"/>
          <p:nvPr/>
        </p:nvSpPr>
        <p:spPr>
          <a:xfrm>
            <a:off x="356790" y="2155454"/>
            <a:ext cx="348654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600"/>
              <a:t>Usa este espacio para añadir una breve descripción que complemente la diapositiva, aporte contexto y refuerce la información clave sin sobrecargarla.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E09C3B05-7FA4-075C-57A0-31ACFB0A3EEC}"/>
              </a:ext>
            </a:extLst>
          </p:cNvPr>
          <p:cNvSpPr/>
          <p:nvPr/>
        </p:nvSpPr>
        <p:spPr>
          <a:xfrm>
            <a:off x="4166240" y="2714750"/>
            <a:ext cx="1323439" cy="1323439"/>
          </a:xfrm>
          <a:prstGeom prst="ellipse">
            <a:avLst/>
          </a:prstGeom>
          <a:solidFill>
            <a:srgbClr val="6DFD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EC6C541F-9472-63F5-69BF-FBAD3ED976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65089" y="3010852"/>
            <a:ext cx="843518" cy="843518"/>
          </a:xfrm>
          <a:prstGeom prst="rect">
            <a:avLst/>
          </a:prstGeom>
        </p:spPr>
      </p:pic>
      <p:pic>
        <p:nvPicPr>
          <p:cNvPr id="3" name="Imagen 2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87B0647A-C5DF-3F10-A7E2-E815EBD00C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83" y="230995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5064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8DF2A-F408-D2AC-480D-E5EA6E6AF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0972F78-C6FE-5736-1362-59A079B9F2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"/>
            <a:ext cx="2974551" cy="5148262"/>
          </a:xfr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08A407B0-8443-C4FF-B7F0-43214BC3F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53" y="1840014"/>
            <a:ext cx="2128053" cy="1028396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Inserta tu título aquí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C88D703-A9C4-2351-01B2-ED91EF0155AE}"/>
              </a:ext>
            </a:extLst>
          </p:cNvPr>
          <p:cNvSpPr txBox="1"/>
          <p:nvPr/>
        </p:nvSpPr>
        <p:spPr>
          <a:xfrm>
            <a:off x="337353" y="2683744"/>
            <a:ext cx="2128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>
                <a:solidFill>
                  <a:srgbClr val="15601D"/>
                </a:solidFill>
              </a:rPr>
              <a:t>Inserta la descripción aquí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6BD9E0A-B8D3-6E1A-8CF0-59C9998FB3D3}"/>
              </a:ext>
            </a:extLst>
          </p:cNvPr>
          <p:cNvSpPr txBox="1"/>
          <p:nvPr/>
        </p:nvSpPr>
        <p:spPr>
          <a:xfrm>
            <a:off x="3611880" y="1775803"/>
            <a:ext cx="47687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/>
              <a:t>En este espacio puedes incluir un texto de descripción que complemente la diapositiva. Puedes brindar contexto adicional, resaltar la información clave o explicar con mayor detalle los puntos presentados. Mantén el mensaje breve, claro y directo, de manera que aporte valor sin sobrecargar la presentación.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62239672-D4DB-C079-F157-6FAE83DE6E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3566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B07FE25-20A0-2900-5A44-DAD79B0E44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"/>
            <a:ext cx="4376022" cy="5148262"/>
          </a:xfr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CC525EA4-DE7E-6624-4BC3-AB13150A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38" y="1840014"/>
            <a:ext cx="2128053" cy="1028396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Inserta tu título aquí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8F5CC1B-BFEE-1D7A-23E6-09440DC6A327}"/>
              </a:ext>
            </a:extLst>
          </p:cNvPr>
          <p:cNvSpPr txBox="1"/>
          <p:nvPr/>
        </p:nvSpPr>
        <p:spPr>
          <a:xfrm>
            <a:off x="439838" y="2683744"/>
            <a:ext cx="2128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>
                <a:solidFill>
                  <a:srgbClr val="15601D"/>
                </a:solidFill>
              </a:rPr>
              <a:t>Inserta la descripción aquí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B04D027-DAA8-DAD8-B76F-224D7130355F}"/>
              </a:ext>
            </a:extLst>
          </p:cNvPr>
          <p:cNvSpPr txBox="1"/>
          <p:nvPr/>
        </p:nvSpPr>
        <p:spPr>
          <a:xfrm>
            <a:off x="4791916" y="1543080"/>
            <a:ext cx="380807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/>
              <a:t>En este espacio puedes incluir un texto de descripción que complemente la diapositiva. Puedes brindar contexto adicional, resaltar la información clave o explicar con mayor detalle los puntos presentados. Mantén el mensaje breve, claro y directo, de manera que aporte valor sin sobrecargar la presentación.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F61BCF94-271A-601A-A119-A71471F042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838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E864D792-E13D-449D-59A7-6BC6BD42D1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-8869"/>
            <a:ext cx="9190189" cy="5166000"/>
          </a:xfrm>
          <a:solidFill>
            <a:schemeClr val="bg1"/>
          </a:solidFill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8C87ADCC-908A-B922-CF99-F8B78CC208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594250" cy="5148263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649C278D-EBF9-B3A4-339A-E8B2675E2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61" y="1732768"/>
            <a:ext cx="3168128" cy="1682726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Agrega el título de tu sección en este espacio</a:t>
            </a:r>
          </a:p>
        </p:txBody>
      </p:sp>
      <p:pic>
        <p:nvPicPr>
          <p:cNvPr id="3" name="Imagen 2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101750EF-25EF-1955-43E1-7F03B94635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61" y="221333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5426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CB75A-23AE-551E-B018-F395A0198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1DF340C-2CF1-4150-5FF4-058623C181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007" y="-11685"/>
            <a:ext cx="9194014" cy="5171633"/>
          </a:xfr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CB8E3E59-D0F0-A3A9-2F0F-8DC4A4ECB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3161" y="1511886"/>
            <a:ext cx="4757574" cy="143000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s-CO" sz="23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Agrega el título de tu sección en este espacio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89CF322-00BB-7B23-72CC-ED27197DED5F}"/>
              </a:ext>
            </a:extLst>
          </p:cNvPr>
          <p:cNvSpPr txBox="1"/>
          <p:nvPr/>
        </p:nvSpPr>
        <p:spPr>
          <a:xfrm>
            <a:off x="1953109" y="2720780"/>
            <a:ext cx="49976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/>
              <a:t>Usa este espacio para añadir una breve descripción que complemente y dé claridad a la diapositiva.</a:t>
            </a:r>
          </a:p>
        </p:txBody>
      </p:sp>
      <p:pic>
        <p:nvPicPr>
          <p:cNvPr id="3" name="Imagen 2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EA3BEB32-AE63-128C-CDE9-9242B4794C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986" y="3744111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7131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DA363-8203-F122-2EC3-3D80EF1E9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B3E4120-4AFC-FBFF-6015-D450097DEC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8869"/>
            <a:ext cx="9183999" cy="5166000"/>
          </a:xfrm>
        </p:spPr>
      </p:pic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44B877D7-645B-2BB9-D843-454784303865}"/>
              </a:ext>
            </a:extLst>
          </p:cNvPr>
          <p:cNvSpPr txBox="1">
            <a:spLocks/>
          </p:cNvSpPr>
          <p:nvPr/>
        </p:nvSpPr>
        <p:spPr>
          <a:xfrm>
            <a:off x="1596738" y="1335188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Inserta tu título aquí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5AD339A-B3C1-A5F0-D0ED-41DF155B6CC6}"/>
              </a:ext>
            </a:extLst>
          </p:cNvPr>
          <p:cNvSpPr txBox="1"/>
          <p:nvPr/>
        </p:nvSpPr>
        <p:spPr>
          <a:xfrm>
            <a:off x="1236331" y="1990220"/>
            <a:ext cx="66713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/>
              <a:t>En este espacio puedes incluir un texto de descripción que complemente la diapositiva. Puedes brindar contexto adicional, resaltar la información clave o explicar con mayor detalle los puntos presentados. Mantén el mensaje breve, claro y directo, de manera que aporte valor sin sobrecargar la presentación.</a:t>
            </a: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33C85BA6-2F82-DDFB-52E1-436E5511F74F}"/>
              </a:ext>
            </a:extLst>
          </p:cNvPr>
          <p:cNvSpPr txBox="1">
            <a:spLocks/>
          </p:cNvSpPr>
          <p:nvPr/>
        </p:nvSpPr>
        <p:spPr>
          <a:xfrm>
            <a:off x="136374" y="193273"/>
            <a:ext cx="590550" cy="236933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05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TÍTULO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5B84C2CB-89E1-57C1-EFCF-7A0DF2EB2AF2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3C2ACDDE-0C1E-500A-68ED-5F36C1F9E7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342" y="183626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1469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redondeado 22">
            <a:extLst>
              <a:ext uri="{FF2B5EF4-FFF2-40B4-BE49-F238E27FC236}">
                <a16:creationId xmlns:a16="http://schemas.microsoft.com/office/drawing/2014/main" id="{6FAB0B51-4BDB-7DB2-5BB5-A0D652967240}"/>
              </a:ext>
            </a:extLst>
          </p:cNvPr>
          <p:cNvSpPr/>
          <p:nvPr/>
        </p:nvSpPr>
        <p:spPr>
          <a:xfrm>
            <a:off x="412440" y="1087519"/>
            <a:ext cx="8319120" cy="1792225"/>
          </a:xfrm>
          <a:prstGeom prst="roundRect">
            <a:avLst>
              <a:gd name="adj" fmla="val 6890"/>
            </a:avLst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74C0451B-5419-A522-D78F-28E59F6D3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6738" y="596789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Banderas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D76197E7-1F64-62E7-305E-946344203F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87189" y="-8238"/>
            <a:ext cx="771769" cy="762000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6F7758FE-FD18-84A8-A9FE-4B54C1742590}"/>
              </a:ext>
            </a:extLst>
          </p:cNvPr>
          <p:cNvSpPr txBox="1">
            <a:spLocks/>
          </p:cNvSpPr>
          <p:nvPr/>
        </p:nvSpPr>
        <p:spPr>
          <a:xfrm>
            <a:off x="136374" y="193273"/>
            <a:ext cx="590550" cy="236933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05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TÍTULO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352A4801-EA08-6D64-2CF0-D0768D03007F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E531F630-DC29-0926-F3C1-15B85CF07A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020" y="3171122"/>
            <a:ext cx="1444495" cy="356038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0113FCF-255B-82E2-47F0-D8090E8CF6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1020" y="1375487"/>
            <a:ext cx="1444495" cy="356038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E0892033-12FB-F197-71C5-0DCFE9F0DC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24364" y="3171122"/>
            <a:ext cx="1281735" cy="356038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A96D8E58-C8ED-3358-7828-5AB83EFCD8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24364" y="1375487"/>
            <a:ext cx="1281735" cy="356038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32A86CC1-9221-7421-82FD-A003D34555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39513" y="2160776"/>
            <a:ext cx="1190182" cy="356037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DC3EBB08-A9A0-5AA0-D2FF-DE65EF4B91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32436" y="3171123"/>
            <a:ext cx="885007" cy="356037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A3B3F745-345C-225A-F4E7-2E33CA342F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32436" y="1375488"/>
            <a:ext cx="885007" cy="356037"/>
          </a:xfrm>
          <a:prstGeom prst="rect">
            <a:avLst/>
          </a:prstGeom>
        </p:spPr>
      </p:pic>
      <p:pic>
        <p:nvPicPr>
          <p:cNvPr id="17" name="id">
            <a:extLst>
              <a:ext uri="{FF2B5EF4-FFF2-40B4-BE49-F238E27FC236}">
                <a16:creationId xmlns:a16="http://schemas.microsoft.com/office/drawing/2014/main" id="{6B1BBA0D-79E3-550F-4319-C74C87E52F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2745" y="4722983"/>
            <a:ext cx="1026000" cy="251660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77F2D71E-753E-8CEB-2A8A-C88AF37BD1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39513" y="3739289"/>
            <a:ext cx="1190182" cy="356037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0AA75CA5-AD35-D9DA-15A7-AE15141A91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89988" y="3739289"/>
            <a:ext cx="1892084" cy="356037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778A1F49-ADEB-18FE-B92A-2B895C125C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289988" y="2160776"/>
            <a:ext cx="1892084" cy="356037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62C16F68-9AE0-78EB-0A28-21DA6F8B6DD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1020" y="3739289"/>
            <a:ext cx="1098200" cy="356037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7BC4B9DB-7884-96DE-D7D2-FACD8DEF5F5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1020" y="2160775"/>
            <a:ext cx="1098200" cy="356038"/>
          </a:xfrm>
          <a:prstGeom prst="rect">
            <a:avLst/>
          </a:prstGeom>
        </p:spPr>
      </p:pic>
      <p:pic>
        <p:nvPicPr>
          <p:cNvPr id="39" name="Gráfico 38">
            <a:extLst>
              <a:ext uri="{FF2B5EF4-FFF2-40B4-BE49-F238E27FC236}">
                <a16:creationId xmlns:a16="http://schemas.microsoft.com/office/drawing/2014/main" id="{EA3F2A1E-288A-1A0D-7BEF-27F25BEB23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213020" y="3171122"/>
            <a:ext cx="1424150" cy="356038"/>
          </a:xfrm>
          <a:prstGeom prst="rect">
            <a:avLst/>
          </a:prstGeom>
        </p:spPr>
      </p:pic>
      <p:pic>
        <p:nvPicPr>
          <p:cNvPr id="41" name="Gráfico 40">
            <a:extLst>
              <a:ext uri="{FF2B5EF4-FFF2-40B4-BE49-F238E27FC236}">
                <a16:creationId xmlns:a16="http://schemas.microsoft.com/office/drawing/2014/main" id="{544347BD-F098-A564-8A6B-B1388173E6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213020" y="1375487"/>
            <a:ext cx="1403805" cy="356038"/>
          </a:xfrm>
          <a:prstGeom prst="rect">
            <a:avLst/>
          </a:prstGeom>
        </p:spPr>
      </p:pic>
      <p:pic>
        <p:nvPicPr>
          <p:cNvPr id="43" name="Gráfico 42">
            <a:extLst>
              <a:ext uri="{FF2B5EF4-FFF2-40B4-BE49-F238E27FC236}">
                <a16:creationId xmlns:a16="http://schemas.microsoft.com/office/drawing/2014/main" id="{9FF3AB62-BC40-3D26-DD8D-F47E13BCA4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23746" y="1375488"/>
            <a:ext cx="1495357" cy="356037"/>
          </a:xfrm>
          <a:prstGeom prst="rect">
            <a:avLst/>
          </a:prstGeom>
        </p:spPr>
      </p:pic>
      <p:pic>
        <p:nvPicPr>
          <p:cNvPr id="45" name="Gráfico 44">
            <a:extLst>
              <a:ext uri="{FF2B5EF4-FFF2-40B4-BE49-F238E27FC236}">
                <a16:creationId xmlns:a16="http://schemas.microsoft.com/office/drawing/2014/main" id="{38F12F96-4175-F6C8-034D-DCBA82E48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923746" y="3171122"/>
            <a:ext cx="1546220" cy="356038"/>
          </a:xfrm>
          <a:prstGeom prst="rect">
            <a:avLst/>
          </a:prstGeom>
        </p:spPr>
      </p:pic>
      <p:pic>
        <p:nvPicPr>
          <p:cNvPr id="47" name="Gráfico 46">
            <a:extLst>
              <a:ext uri="{FF2B5EF4-FFF2-40B4-BE49-F238E27FC236}">
                <a16:creationId xmlns:a16="http://schemas.microsoft.com/office/drawing/2014/main" id="{378D3651-BDBD-56E4-89A2-3F25523488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842366" y="2160776"/>
            <a:ext cx="1576737" cy="356037"/>
          </a:xfrm>
          <a:prstGeom prst="rect">
            <a:avLst/>
          </a:prstGeom>
        </p:spPr>
      </p:pic>
      <p:pic>
        <p:nvPicPr>
          <p:cNvPr id="49" name="Gráfico 48">
            <a:extLst>
              <a:ext uri="{FF2B5EF4-FFF2-40B4-BE49-F238E27FC236}">
                <a16:creationId xmlns:a16="http://schemas.microsoft.com/office/drawing/2014/main" id="{368627F4-C77E-03D2-475D-A30C54C221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842366" y="3739289"/>
            <a:ext cx="1617427" cy="35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5130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D0B1A-DC32-062F-04CE-1D0470990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E99FB90C-FEF1-86C3-6689-6B6A1CC0CF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87189" y="-8238"/>
            <a:ext cx="771769" cy="762000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2DD6E60E-F841-EE49-7560-AEC73C3C587C}"/>
              </a:ext>
            </a:extLst>
          </p:cNvPr>
          <p:cNvSpPr txBox="1">
            <a:spLocks/>
          </p:cNvSpPr>
          <p:nvPr/>
        </p:nvSpPr>
        <p:spPr>
          <a:xfrm>
            <a:off x="136373" y="193273"/>
            <a:ext cx="1560452" cy="23693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05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ICONOS PRESENTACIONES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A8F596E-855C-46F2-1543-9DF06AD9D5D3}"/>
              </a:ext>
            </a:extLst>
          </p:cNvPr>
          <p:cNvCxnSpPr>
            <a:cxnSpLocks/>
          </p:cNvCxnSpPr>
          <p:nvPr/>
        </p:nvCxnSpPr>
        <p:spPr>
          <a:xfrm>
            <a:off x="1819373" y="311789"/>
            <a:ext cx="6106151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1" name="Imagen 100">
            <a:extLst>
              <a:ext uri="{FF2B5EF4-FFF2-40B4-BE49-F238E27FC236}">
                <a16:creationId xmlns:a16="http://schemas.microsoft.com/office/drawing/2014/main" id="{160417C2-A4CF-AA37-EA80-FBE5AD027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612" y="2852371"/>
            <a:ext cx="762000" cy="774700"/>
          </a:xfrm>
          <a:prstGeom prst="rect">
            <a:avLst/>
          </a:prstGeom>
        </p:spPr>
      </p:pic>
      <p:pic>
        <p:nvPicPr>
          <p:cNvPr id="103" name="Imagen 102">
            <a:extLst>
              <a:ext uri="{FF2B5EF4-FFF2-40B4-BE49-F238E27FC236}">
                <a16:creationId xmlns:a16="http://schemas.microsoft.com/office/drawing/2014/main" id="{03B9501C-24F3-6C05-10E1-3337B6A60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522" y="1882265"/>
            <a:ext cx="762000" cy="774700"/>
          </a:xfrm>
          <a:prstGeom prst="rect">
            <a:avLst/>
          </a:prstGeom>
        </p:spPr>
      </p:pic>
      <p:pic>
        <p:nvPicPr>
          <p:cNvPr id="105" name="Imagen 104">
            <a:extLst>
              <a:ext uri="{FF2B5EF4-FFF2-40B4-BE49-F238E27FC236}">
                <a16:creationId xmlns:a16="http://schemas.microsoft.com/office/drawing/2014/main" id="{C569029D-909E-29A4-D968-F31D25C9C8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0522" y="903516"/>
            <a:ext cx="762000" cy="774700"/>
          </a:xfrm>
          <a:prstGeom prst="rect">
            <a:avLst/>
          </a:prstGeom>
        </p:spPr>
      </p:pic>
      <p:pic>
        <p:nvPicPr>
          <p:cNvPr id="107" name="Imagen 106">
            <a:extLst>
              <a:ext uri="{FF2B5EF4-FFF2-40B4-BE49-F238E27FC236}">
                <a16:creationId xmlns:a16="http://schemas.microsoft.com/office/drawing/2014/main" id="{AEB85B60-B8A1-C8F8-ADF2-165828467A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0522" y="2852371"/>
            <a:ext cx="762000" cy="774700"/>
          </a:xfrm>
          <a:prstGeom prst="rect">
            <a:avLst/>
          </a:prstGeom>
        </p:spPr>
      </p:pic>
      <p:pic>
        <p:nvPicPr>
          <p:cNvPr id="109" name="Imagen 108">
            <a:extLst>
              <a:ext uri="{FF2B5EF4-FFF2-40B4-BE49-F238E27FC236}">
                <a16:creationId xmlns:a16="http://schemas.microsoft.com/office/drawing/2014/main" id="{6541845D-5756-D3F3-CC90-8BC789F5B0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9886" y="2852371"/>
            <a:ext cx="762000" cy="774700"/>
          </a:xfrm>
          <a:prstGeom prst="rect">
            <a:avLst/>
          </a:prstGeom>
        </p:spPr>
      </p:pic>
      <p:pic>
        <p:nvPicPr>
          <p:cNvPr id="111" name="Imagen 110">
            <a:extLst>
              <a:ext uri="{FF2B5EF4-FFF2-40B4-BE49-F238E27FC236}">
                <a16:creationId xmlns:a16="http://schemas.microsoft.com/office/drawing/2014/main" id="{2792D4FE-7B1B-41E7-6622-37BB675E51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9886" y="1882265"/>
            <a:ext cx="762000" cy="774700"/>
          </a:xfrm>
          <a:prstGeom prst="rect">
            <a:avLst/>
          </a:prstGeom>
        </p:spPr>
      </p:pic>
      <p:pic>
        <p:nvPicPr>
          <p:cNvPr id="113" name="Imagen 112">
            <a:extLst>
              <a:ext uri="{FF2B5EF4-FFF2-40B4-BE49-F238E27FC236}">
                <a16:creationId xmlns:a16="http://schemas.microsoft.com/office/drawing/2014/main" id="{B826C832-E07A-C036-009D-FB71F848D3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7395" y="3829867"/>
            <a:ext cx="762000" cy="774700"/>
          </a:xfrm>
          <a:prstGeom prst="rect">
            <a:avLst/>
          </a:prstGeom>
        </p:spPr>
      </p:pic>
      <p:pic>
        <p:nvPicPr>
          <p:cNvPr id="115" name="Imagen 114">
            <a:extLst>
              <a:ext uri="{FF2B5EF4-FFF2-40B4-BE49-F238E27FC236}">
                <a16:creationId xmlns:a16="http://schemas.microsoft.com/office/drawing/2014/main" id="{4E7D3E8B-C3F4-675D-970E-48F2B9C05B5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59249" y="2852371"/>
            <a:ext cx="762000" cy="774700"/>
          </a:xfrm>
          <a:prstGeom prst="rect">
            <a:avLst/>
          </a:prstGeom>
        </p:spPr>
      </p:pic>
      <p:pic>
        <p:nvPicPr>
          <p:cNvPr id="117" name="Imagen 116">
            <a:extLst>
              <a:ext uri="{FF2B5EF4-FFF2-40B4-BE49-F238E27FC236}">
                <a16:creationId xmlns:a16="http://schemas.microsoft.com/office/drawing/2014/main" id="{70E61FE2-A400-1CE0-0D6A-90B834BB251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43128" y="3829867"/>
            <a:ext cx="762000" cy="774700"/>
          </a:xfrm>
          <a:prstGeom prst="rect">
            <a:avLst/>
          </a:prstGeom>
        </p:spPr>
      </p:pic>
      <p:pic>
        <p:nvPicPr>
          <p:cNvPr id="119" name="Imagen 118">
            <a:extLst>
              <a:ext uri="{FF2B5EF4-FFF2-40B4-BE49-F238E27FC236}">
                <a16:creationId xmlns:a16="http://schemas.microsoft.com/office/drawing/2014/main" id="{B6A2A375-60A0-2FAF-0309-93CE7594AC1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29886" y="903516"/>
            <a:ext cx="762000" cy="774700"/>
          </a:xfrm>
          <a:prstGeom prst="rect">
            <a:avLst/>
          </a:prstGeom>
        </p:spPr>
      </p:pic>
      <p:pic>
        <p:nvPicPr>
          <p:cNvPr id="121" name="Imagen 120">
            <a:extLst>
              <a:ext uri="{FF2B5EF4-FFF2-40B4-BE49-F238E27FC236}">
                <a16:creationId xmlns:a16="http://schemas.microsoft.com/office/drawing/2014/main" id="{6BC87699-E6A4-193D-DE7A-F8A605EAB99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58862" y="3829867"/>
            <a:ext cx="762000" cy="774700"/>
          </a:xfrm>
          <a:prstGeom prst="rect">
            <a:avLst/>
          </a:prstGeom>
        </p:spPr>
      </p:pic>
      <p:pic>
        <p:nvPicPr>
          <p:cNvPr id="123" name="Imagen 122">
            <a:extLst>
              <a:ext uri="{FF2B5EF4-FFF2-40B4-BE49-F238E27FC236}">
                <a16:creationId xmlns:a16="http://schemas.microsoft.com/office/drawing/2014/main" id="{D3FFD1DD-5537-FB9A-A24F-3AAB0B9DA7B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17975" y="2852371"/>
            <a:ext cx="762000" cy="774700"/>
          </a:xfrm>
          <a:prstGeom prst="rect">
            <a:avLst/>
          </a:prstGeom>
        </p:spPr>
      </p:pic>
      <p:pic>
        <p:nvPicPr>
          <p:cNvPr id="125" name="Imagen 124">
            <a:extLst>
              <a:ext uri="{FF2B5EF4-FFF2-40B4-BE49-F238E27FC236}">
                <a16:creationId xmlns:a16="http://schemas.microsoft.com/office/drawing/2014/main" id="{C7A5B6D9-D7C6-D3B5-B568-2ED7BCFF6F0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74596" y="3829867"/>
            <a:ext cx="762000" cy="774700"/>
          </a:xfrm>
          <a:prstGeom prst="rect">
            <a:avLst/>
          </a:prstGeom>
        </p:spPr>
      </p:pic>
      <p:pic>
        <p:nvPicPr>
          <p:cNvPr id="127" name="Imagen 126">
            <a:extLst>
              <a:ext uri="{FF2B5EF4-FFF2-40B4-BE49-F238E27FC236}">
                <a16:creationId xmlns:a16="http://schemas.microsoft.com/office/drawing/2014/main" id="{4CEBAB85-7489-DDA6-B438-72269DBEF24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47338" y="2852371"/>
            <a:ext cx="762000" cy="774700"/>
          </a:xfrm>
          <a:prstGeom prst="rect">
            <a:avLst/>
          </a:prstGeom>
        </p:spPr>
      </p:pic>
      <p:pic>
        <p:nvPicPr>
          <p:cNvPr id="129" name="Imagen 128">
            <a:extLst>
              <a:ext uri="{FF2B5EF4-FFF2-40B4-BE49-F238E27FC236}">
                <a16:creationId xmlns:a16="http://schemas.microsoft.com/office/drawing/2014/main" id="{FABB7F05-3841-872D-5C36-340747375D1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90330" y="3829867"/>
            <a:ext cx="762000" cy="774700"/>
          </a:xfrm>
          <a:prstGeom prst="rect">
            <a:avLst/>
          </a:prstGeom>
        </p:spPr>
      </p:pic>
      <p:pic>
        <p:nvPicPr>
          <p:cNvPr id="131" name="Imagen 130">
            <a:extLst>
              <a:ext uri="{FF2B5EF4-FFF2-40B4-BE49-F238E27FC236}">
                <a16:creationId xmlns:a16="http://schemas.microsoft.com/office/drawing/2014/main" id="{08A2A891-EC98-F369-9C53-8BFED57FF77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76701" y="2852371"/>
            <a:ext cx="762000" cy="774700"/>
          </a:xfrm>
          <a:prstGeom prst="rect">
            <a:avLst/>
          </a:prstGeom>
        </p:spPr>
      </p:pic>
      <p:pic>
        <p:nvPicPr>
          <p:cNvPr id="133" name="Imagen 132">
            <a:extLst>
              <a:ext uri="{FF2B5EF4-FFF2-40B4-BE49-F238E27FC236}">
                <a16:creationId xmlns:a16="http://schemas.microsoft.com/office/drawing/2014/main" id="{6A8D9677-A1B2-6D83-7C86-6485A6E5BEE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06064" y="3829867"/>
            <a:ext cx="762000" cy="774700"/>
          </a:xfrm>
          <a:prstGeom prst="rect">
            <a:avLst/>
          </a:prstGeom>
        </p:spPr>
      </p:pic>
      <p:pic>
        <p:nvPicPr>
          <p:cNvPr id="135" name="Imagen 134">
            <a:extLst>
              <a:ext uri="{FF2B5EF4-FFF2-40B4-BE49-F238E27FC236}">
                <a16:creationId xmlns:a16="http://schemas.microsoft.com/office/drawing/2014/main" id="{36248066-71C4-A0FA-6FBD-374D2FE3076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06064" y="2852371"/>
            <a:ext cx="762000" cy="774700"/>
          </a:xfrm>
          <a:prstGeom prst="rect">
            <a:avLst/>
          </a:prstGeom>
        </p:spPr>
      </p:pic>
      <p:pic>
        <p:nvPicPr>
          <p:cNvPr id="137" name="Imagen 136">
            <a:extLst>
              <a:ext uri="{FF2B5EF4-FFF2-40B4-BE49-F238E27FC236}">
                <a16:creationId xmlns:a16="http://schemas.microsoft.com/office/drawing/2014/main" id="{0833D2A7-025E-73D7-8B21-A58141174BF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59249" y="1882265"/>
            <a:ext cx="762000" cy="774700"/>
          </a:xfrm>
          <a:prstGeom prst="rect">
            <a:avLst/>
          </a:prstGeom>
        </p:spPr>
      </p:pic>
      <p:pic>
        <p:nvPicPr>
          <p:cNvPr id="139" name="Imagen 138">
            <a:extLst>
              <a:ext uri="{FF2B5EF4-FFF2-40B4-BE49-F238E27FC236}">
                <a16:creationId xmlns:a16="http://schemas.microsoft.com/office/drawing/2014/main" id="{04C08BDD-A2A7-647E-D328-7EA976967AC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688612" y="1882265"/>
            <a:ext cx="762000" cy="774700"/>
          </a:xfrm>
          <a:prstGeom prst="rect">
            <a:avLst/>
          </a:prstGeom>
        </p:spPr>
      </p:pic>
      <p:pic>
        <p:nvPicPr>
          <p:cNvPr id="141" name="Imagen 140">
            <a:extLst>
              <a:ext uri="{FF2B5EF4-FFF2-40B4-BE49-F238E27FC236}">
                <a16:creationId xmlns:a16="http://schemas.microsoft.com/office/drawing/2014/main" id="{6E53B0A5-5DDA-B997-89F1-9ECBD489A98D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617975" y="1882265"/>
            <a:ext cx="762000" cy="774700"/>
          </a:xfrm>
          <a:prstGeom prst="rect">
            <a:avLst/>
          </a:prstGeom>
        </p:spPr>
      </p:pic>
      <p:pic>
        <p:nvPicPr>
          <p:cNvPr id="143" name="Imagen 142">
            <a:extLst>
              <a:ext uri="{FF2B5EF4-FFF2-40B4-BE49-F238E27FC236}">
                <a16:creationId xmlns:a16="http://schemas.microsoft.com/office/drawing/2014/main" id="{30173CDE-32B6-64EF-B3D9-23CDD4A76F8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547338" y="1882265"/>
            <a:ext cx="762000" cy="774700"/>
          </a:xfrm>
          <a:prstGeom prst="rect">
            <a:avLst/>
          </a:prstGeom>
        </p:spPr>
      </p:pic>
      <p:pic>
        <p:nvPicPr>
          <p:cNvPr id="145" name="Imagen 144">
            <a:extLst>
              <a:ext uri="{FF2B5EF4-FFF2-40B4-BE49-F238E27FC236}">
                <a16:creationId xmlns:a16="http://schemas.microsoft.com/office/drawing/2014/main" id="{6FA87CAA-073C-EC04-4C7F-3DA909487638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476701" y="1882265"/>
            <a:ext cx="762000" cy="774700"/>
          </a:xfrm>
          <a:prstGeom prst="rect">
            <a:avLst/>
          </a:prstGeom>
        </p:spPr>
      </p:pic>
      <p:pic>
        <p:nvPicPr>
          <p:cNvPr id="147" name="Imagen 146">
            <a:extLst>
              <a:ext uri="{FF2B5EF4-FFF2-40B4-BE49-F238E27FC236}">
                <a16:creationId xmlns:a16="http://schemas.microsoft.com/office/drawing/2014/main" id="{4E2C29CD-ED22-3ED7-AD8E-2BF5E3F9383E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6064" y="1882265"/>
            <a:ext cx="762000" cy="774700"/>
          </a:xfrm>
          <a:prstGeom prst="rect">
            <a:avLst/>
          </a:prstGeom>
        </p:spPr>
      </p:pic>
      <p:pic>
        <p:nvPicPr>
          <p:cNvPr id="149" name="Imagen 148">
            <a:extLst>
              <a:ext uri="{FF2B5EF4-FFF2-40B4-BE49-F238E27FC236}">
                <a16:creationId xmlns:a16="http://schemas.microsoft.com/office/drawing/2014/main" id="{CE63C8E2-A26F-8858-EAEE-CFB0F95354A7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759249" y="903516"/>
            <a:ext cx="762000" cy="774700"/>
          </a:xfrm>
          <a:prstGeom prst="rect">
            <a:avLst/>
          </a:prstGeom>
        </p:spPr>
      </p:pic>
      <p:pic>
        <p:nvPicPr>
          <p:cNvPr id="151" name="Imagen 150">
            <a:extLst>
              <a:ext uri="{FF2B5EF4-FFF2-40B4-BE49-F238E27FC236}">
                <a16:creationId xmlns:a16="http://schemas.microsoft.com/office/drawing/2014/main" id="{A1878C21-A1A8-C06B-AD8D-721454BADD46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688612" y="903516"/>
            <a:ext cx="762000" cy="774700"/>
          </a:xfrm>
          <a:prstGeom prst="rect">
            <a:avLst/>
          </a:prstGeom>
        </p:spPr>
      </p:pic>
      <p:pic>
        <p:nvPicPr>
          <p:cNvPr id="153" name="Imagen 152">
            <a:extLst>
              <a:ext uri="{FF2B5EF4-FFF2-40B4-BE49-F238E27FC236}">
                <a16:creationId xmlns:a16="http://schemas.microsoft.com/office/drawing/2014/main" id="{4073D55B-23C1-4196-E4A4-607E88D97767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617975" y="903516"/>
            <a:ext cx="762000" cy="774700"/>
          </a:xfrm>
          <a:prstGeom prst="rect">
            <a:avLst/>
          </a:prstGeom>
        </p:spPr>
      </p:pic>
      <p:pic>
        <p:nvPicPr>
          <p:cNvPr id="155" name="Imagen 154">
            <a:extLst>
              <a:ext uri="{FF2B5EF4-FFF2-40B4-BE49-F238E27FC236}">
                <a16:creationId xmlns:a16="http://schemas.microsoft.com/office/drawing/2014/main" id="{711997CC-65A5-D666-418F-91755B34A38E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547338" y="903516"/>
            <a:ext cx="762000" cy="774700"/>
          </a:xfrm>
          <a:prstGeom prst="rect">
            <a:avLst/>
          </a:prstGeom>
        </p:spPr>
      </p:pic>
      <p:pic>
        <p:nvPicPr>
          <p:cNvPr id="157" name="Imagen 156">
            <a:extLst>
              <a:ext uri="{FF2B5EF4-FFF2-40B4-BE49-F238E27FC236}">
                <a16:creationId xmlns:a16="http://schemas.microsoft.com/office/drawing/2014/main" id="{94C0266F-D3DF-C6F7-9ADC-69E4AEE9E570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476701" y="903516"/>
            <a:ext cx="762000" cy="774700"/>
          </a:xfrm>
          <a:prstGeom prst="rect">
            <a:avLst/>
          </a:prstGeom>
        </p:spPr>
      </p:pic>
      <p:pic>
        <p:nvPicPr>
          <p:cNvPr id="159" name="Imagen 158">
            <a:extLst>
              <a:ext uri="{FF2B5EF4-FFF2-40B4-BE49-F238E27FC236}">
                <a16:creationId xmlns:a16="http://schemas.microsoft.com/office/drawing/2014/main" id="{167DDF53-E3AE-9C9B-68B2-053EA0DF2163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06064" y="903516"/>
            <a:ext cx="762000" cy="7747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A34B8BE5-126C-EAA4-235A-7C390599CD4D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7900522" y="3829867"/>
            <a:ext cx="762000" cy="7747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9362275-F42B-5C51-F500-B4C564B16D61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6829886" y="3829867"/>
            <a:ext cx="762000" cy="774700"/>
          </a:xfrm>
          <a:prstGeom prst="rect">
            <a:avLst/>
          </a:prstGeom>
        </p:spPr>
      </p:pic>
      <p:pic>
        <p:nvPicPr>
          <p:cNvPr id="4" name="Imagen 3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8CBA29F8-A1ED-40E9-CA99-23DCFAD46A73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BEBA8EAE-BF5A-486C-A8C5-ECC9F3942E4B}">
                <a14:imgProps xmlns:a14="http://schemas.microsoft.com/office/drawing/2010/main">
                  <a14:imgLayer r:embed="rId3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64" y="4705033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861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1C83F-BAD6-0E1C-1142-82EB8AEB4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7B4AA817-F0F3-C169-AC24-7EAB005A5F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87189" y="-8238"/>
            <a:ext cx="771769" cy="762000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E63B4DB8-3563-981C-B9CB-121AB00B10A4}"/>
              </a:ext>
            </a:extLst>
          </p:cNvPr>
          <p:cNvSpPr txBox="1">
            <a:spLocks/>
          </p:cNvSpPr>
          <p:nvPr/>
        </p:nvSpPr>
        <p:spPr>
          <a:xfrm>
            <a:off x="136373" y="193273"/>
            <a:ext cx="1560452" cy="23693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05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ICONOS PRESENTACIONES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3BDDE4D5-0382-2D85-AF31-11634E6850E1}"/>
              </a:ext>
            </a:extLst>
          </p:cNvPr>
          <p:cNvCxnSpPr>
            <a:cxnSpLocks/>
          </p:cNvCxnSpPr>
          <p:nvPr/>
        </p:nvCxnSpPr>
        <p:spPr>
          <a:xfrm>
            <a:off x="1819373" y="311789"/>
            <a:ext cx="6106151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1" name="Imagen 100">
            <a:extLst>
              <a:ext uri="{FF2B5EF4-FFF2-40B4-BE49-F238E27FC236}">
                <a16:creationId xmlns:a16="http://schemas.microsoft.com/office/drawing/2014/main" id="{DCF3A9EE-0A5C-D022-1AE2-1CC6AF06A4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85048" y="2852371"/>
            <a:ext cx="762000" cy="774700"/>
          </a:xfrm>
          <a:prstGeom prst="rect">
            <a:avLst/>
          </a:prstGeom>
        </p:spPr>
      </p:pic>
      <p:pic>
        <p:nvPicPr>
          <p:cNvPr id="103" name="Imagen 102">
            <a:extLst>
              <a:ext uri="{FF2B5EF4-FFF2-40B4-BE49-F238E27FC236}">
                <a16:creationId xmlns:a16="http://schemas.microsoft.com/office/drawing/2014/main" id="{A75C2E0B-20A3-291A-D853-109BBA89ED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996958" y="1882265"/>
            <a:ext cx="762000" cy="774700"/>
          </a:xfrm>
          <a:prstGeom prst="rect">
            <a:avLst/>
          </a:prstGeom>
        </p:spPr>
      </p:pic>
      <p:pic>
        <p:nvPicPr>
          <p:cNvPr id="105" name="Imagen 104">
            <a:extLst>
              <a:ext uri="{FF2B5EF4-FFF2-40B4-BE49-F238E27FC236}">
                <a16:creationId xmlns:a16="http://schemas.microsoft.com/office/drawing/2014/main" id="{F21AA0A0-C87E-3A94-D572-A185752DD0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996958" y="903516"/>
            <a:ext cx="762000" cy="774700"/>
          </a:xfrm>
          <a:prstGeom prst="rect">
            <a:avLst/>
          </a:prstGeom>
        </p:spPr>
      </p:pic>
      <p:pic>
        <p:nvPicPr>
          <p:cNvPr id="107" name="Imagen 106">
            <a:extLst>
              <a:ext uri="{FF2B5EF4-FFF2-40B4-BE49-F238E27FC236}">
                <a16:creationId xmlns:a16="http://schemas.microsoft.com/office/drawing/2014/main" id="{C2691257-0986-A730-380F-40987ED77D2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996958" y="2852371"/>
            <a:ext cx="762000" cy="774700"/>
          </a:xfrm>
          <a:prstGeom prst="rect">
            <a:avLst/>
          </a:prstGeom>
        </p:spPr>
      </p:pic>
      <p:pic>
        <p:nvPicPr>
          <p:cNvPr id="109" name="Imagen 108">
            <a:extLst>
              <a:ext uri="{FF2B5EF4-FFF2-40B4-BE49-F238E27FC236}">
                <a16:creationId xmlns:a16="http://schemas.microsoft.com/office/drawing/2014/main" id="{491AEBB3-46CB-B88B-D1AC-37D7B25DF15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926322" y="2852371"/>
            <a:ext cx="762000" cy="774700"/>
          </a:xfrm>
          <a:prstGeom prst="rect">
            <a:avLst/>
          </a:prstGeom>
        </p:spPr>
      </p:pic>
      <p:pic>
        <p:nvPicPr>
          <p:cNvPr id="111" name="Imagen 110">
            <a:extLst>
              <a:ext uri="{FF2B5EF4-FFF2-40B4-BE49-F238E27FC236}">
                <a16:creationId xmlns:a16="http://schemas.microsoft.com/office/drawing/2014/main" id="{AC3FCC1A-1A7E-22E2-3F29-90FE6A512FC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26322" y="1882265"/>
            <a:ext cx="762000" cy="774700"/>
          </a:xfrm>
          <a:prstGeom prst="rect">
            <a:avLst/>
          </a:prstGeom>
        </p:spPr>
      </p:pic>
      <p:pic>
        <p:nvPicPr>
          <p:cNvPr id="113" name="Imagen 112">
            <a:extLst>
              <a:ext uri="{FF2B5EF4-FFF2-40B4-BE49-F238E27FC236}">
                <a16:creationId xmlns:a16="http://schemas.microsoft.com/office/drawing/2014/main" id="{616E5A58-66AD-9A77-A7B0-366E4CA0CE0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923831" y="3829867"/>
            <a:ext cx="762000" cy="774700"/>
          </a:xfrm>
          <a:prstGeom prst="rect">
            <a:avLst/>
          </a:prstGeom>
        </p:spPr>
      </p:pic>
      <p:pic>
        <p:nvPicPr>
          <p:cNvPr id="115" name="Imagen 114">
            <a:extLst>
              <a:ext uri="{FF2B5EF4-FFF2-40B4-BE49-F238E27FC236}">
                <a16:creationId xmlns:a16="http://schemas.microsoft.com/office/drawing/2014/main" id="{189DD5FC-999B-90FD-FA9D-A8BBDAA4858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855685" y="2852371"/>
            <a:ext cx="762000" cy="774700"/>
          </a:xfrm>
          <a:prstGeom prst="rect">
            <a:avLst/>
          </a:prstGeom>
        </p:spPr>
      </p:pic>
      <p:pic>
        <p:nvPicPr>
          <p:cNvPr id="117" name="Imagen 116">
            <a:extLst>
              <a:ext uri="{FF2B5EF4-FFF2-40B4-BE49-F238E27FC236}">
                <a16:creationId xmlns:a16="http://schemas.microsoft.com/office/drawing/2014/main" id="{8D9074D3-916B-0B65-F4F1-73D2C1A1BA0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839564" y="3829867"/>
            <a:ext cx="762000" cy="774700"/>
          </a:xfrm>
          <a:prstGeom prst="rect">
            <a:avLst/>
          </a:prstGeom>
        </p:spPr>
      </p:pic>
      <p:pic>
        <p:nvPicPr>
          <p:cNvPr id="119" name="Imagen 118">
            <a:extLst>
              <a:ext uri="{FF2B5EF4-FFF2-40B4-BE49-F238E27FC236}">
                <a16:creationId xmlns:a16="http://schemas.microsoft.com/office/drawing/2014/main" id="{0A32873C-7C80-8946-980B-2E4AEC7E998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926322" y="903516"/>
            <a:ext cx="762000" cy="774700"/>
          </a:xfrm>
          <a:prstGeom prst="rect">
            <a:avLst/>
          </a:prstGeom>
        </p:spPr>
      </p:pic>
      <p:pic>
        <p:nvPicPr>
          <p:cNvPr id="121" name="Imagen 120">
            <a:extLst>
              <a:ext uri="{FF2B5EF4-FFF2-40B4-BE49-F238E27FC236}">
                <a16:creationId xmlns:a16="http://schemas.microsoft.com/office/drawing/2014/main" id="{8DF470A5-C2F2-50AA-0764-1D4C8B460826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3755298" y="3829867"/>
            <a:ext cx="762000" cy="774700"/>
          </a:xfrm>
          <a:prstGeom prst="rect">
            <a:avLst/>
          </a:prstGeom>
        </p:spPr>
      </p:pic>
      <p:pic>
        <p:nvPicPr>
          <p:cNvPr id="123" name="Imagen 122">
            <a:extLst>
              <a:ext uri="{FF2B5EF4-FFF2-40B4-BE49-F238E27FC236}">
                <a16:creationId xmlns:a16="http://schemas.microsoft.com/office/drawing/2014/main" id="{7334504C-0731-B363-894C-526137782D64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3714411" y="2852371"/>
            <a:ext cx="762000" cy="774700"/>
          </a:xfrm>
          <a:prstGeom prst="rect">
            <a:avLst/>
          </a:prstGeom>
        </p:spPr>
      </p:pic>
      <p:pic>
        <p:nvPicPr>
          <p:cNvPr id="125" name="Imagen 124">
            <a:extLst>
              <a:ext uri="{FF2B5EF4-FFF2-40B4-BE49-F238E27FC236}">
                <a16:creationId xmlns:a16="http://schemas.microsoft.com/office/drawing/2014/main" id="{760FEF72-B0DC-A120-9B1D-6C50A7F548F5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2671032" y="3829867"/>
            <a:ext cx="762000" cy="774700"/>
          </a:xfrm>
          <a:prstGeom prst="rect">
            <a:avLst/>
          </a:prstGeom>
        </p:spPr>
      </p:pic>
      <p:pic>
        <p:nvPicPr>
          <p:cNvPr id="127" name="Imagen 126">
            <a:extLst>
              <a:ext uri="{FF2B5EF4-FFF2-40B4-BE49-F238E27FC236}">
                <a16:creationId xmlns:a16="http://schemas.microsoft.com/office/drawing/2014/main" id="{CCB42F1C-1462-A057-D2BF-E8564DA08523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2643774" y="2852371"/>
            <a:ext cx="762000" cy="774700"/>
          </a:xfrm>
          <a:prstGeom prst="rect">
            <a:avLst/>
          </a:prstGeom>
        </p:spPr>
      </p:pic>
      <p:pic>
        <p:nvPicPr>
          <p:cNvPr id="129" name="Imagen 128">
            <a:extLst>
              <a:ext uri="{FF2B5EF4-FFF2-40B4-BE49-F238E27FC236}">
                <a16:creationId xmlns:a16="http://schemas.microsoft.com/office/drawing/2014/main" id="{6EA8973E-114D-FE10-45CF-8C53E995D88A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586766" y="3829867"/>
            <a:ext cx="762000" cy="774700"/>
          </a:xfrm>
          <a:prstGeom prst="rect">
            <a:avLst/>
          </a:prstGeom>
        </p:spPr>
      </p:pic>
      <p:pic>
        <p:nvPicPr>
          <p:cNvPr id="131" name="Imagen 130">
            <a:extLst>
              <a:ext uri="{FF2B5EF4-FFF2-40B4-BE49-F238E27FC236}">
                <a16:creationId xmlns:a16="http://schemas.microsoft.com/office/drawing/2014/main" id="{EEBC02BA-8541-4189-CA59-793145C7FDFE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573137" y="2852371"/>
            <a:ext cx="762000" cy="774700"/>
          </a:xfrm>
          <a:prstGeom prst="rect">
            <a:avLst/>
          </a:prstGeom>
        </p:spPr>
      </p:pic>
      <p:pic>
        <p:nvPicPr>
          <p:cNvPr id="133" name="Imagen 132">
            <a:extLst>
              <a:ext uri="{FF2B5EF4-FFF2-40B4-BE49-F238E27FC236}">
                <a16:creationId xmlns:a16="http://schemas.microsoft.com/office/drawing/2014/main" id="{6624FD51-2F66-8B03-8BEE-9A6111289DDA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502500" y="3829867"/>
            <a:ext cx="762000" cy="774700"/>
          </a:xfrm>
          <a:prstGeom prst="rect">
            <a:avLst/>
          </a:prstGeom>
        </p:spPr>
      </p:pic>
      <p:pic>
        <p:nvPicPr>
          <p:cNvPr id="135" name="Imagen 134">
            <a:extLst>
              <a:ext uri="{FF2B5EF4-FFF2-40B4-BE49-F238E27FC236}">
                <a16:creationId xmlns:a16="http://schemas.microsoft.com/office/drawing/2014/main" id="{F47850DB-1BA2-C018-3959-3357759E7F15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502500" y="2852371"/>
            <a:ext cx="762000" cy="774700"/>
          </a:xfrm>
          <a:prstGeom prst="rect">
            <a:avLst/>
          </a:prstGeom>
        </p:spPr>
      </p:pic>
      <p:pic>
        <p:nvPicPr>
          <p:cNvPr id="137" name="Imagen 136">
            <a:extLst>
              <a:ext uri="{FF2B5EF4-FFF2-40B4-BE49-F238E27FC236}">
                <a16:creationId xmlns:a16="http://schemas.microsoft.com/office/drawing/2014/main" id="{51D5CA37-0235-D63C-30C7-D0A5D774491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5855685" y="1882265"/>
            <a:ext cx="762000" cy="774700"/>
          </a:xfrm>
          <a:prstGeom prst="rect">
            <a:avLst/>
          </a:prstGeom>
        </p:spPr>
      </p:pic>
      <p:pic>
        <p:nvPicPr>
          <p:cNvPr id="139" name="Imagen 138">
            <a:extLst>
              <a:ext uri="{FF2B5EF4-FFF2-40B4-BE49-F238E27FC236}">
                <a16:creationId xmlns:a16="http://schemas.microsoft.com/office/drawing/2014/main" id="{DF4B9C18-D728-B6A0-812A-B318F62BEF7E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4785048" y="1882265"/>
            <a:ext cx="762000" cy="774700"/>
          </a:xfrm>
          <a:prstGeom prst="rect">
            <a:avLst/>
          </a:prstGeom>
        </p:spPr>
      </p:pic>
      <p:pic>
        <p:nvPicPr>
          <p:cNvPr id="141" name="Imagen 140">
            <a:extLst>
              <a:ext uri="{FF2B5EF4-FFF2-40B4-BE49-F238E27FC236}">
                <a16:creationId xmlns:a16="http://schemas.microsoft.com/office/drawing/2014/main" id="{6342C8C5-B2D4-DCED-9C94-8746CC9D5CB1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3714411" y="1882265"/>
            <a:ext cx="762000" cy="774700"/>
          </a:xfrm>
          <a:prstGeom prst="rect">
            <a:avLst/>
          </a:prstGeom>
        </p:spPr>
      </p:pic>
      <p:pic>
        <p:nvPicPr>
          <p:cNvPr id="143" name="Imagen 142">
            <a:extLst>
              <a:ext uri="{FF2B5EF4-FFF2-40B4-BE49-F238E27FC236}">
                <a16:creationId xmlns:a16="http://schemas.microsoft.com/office/drawing/2014/main" id="{8CAD197B-5A8C-A29B-F377-EC9316F03BD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2643774" y="1882265"/>
            <a:ext cx="762000" cy="774700"/>
          </a:xfrm>
          <a:prstGeom prst="rect">
            <a:avLst/>
          </a:prstGeom>
        </p:spPr>
      </p:pic>
      <p:pic>
        <p:nvPicPr>
          <p:cNvPr id="145" name="Imagen 144">
            <a:extLst>
              <a:ext uri="{FF2B5EF4-FFF2-40B4-BE49-F238E27FC236}">
                <a16:creationId xmlns:a16="http://schemas.microsoft.com/office/drawing/2014/main" id="{09F0401C-33D8-0BC2-66AC-7AA19FE0A108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1573137" y="1882265"/>
            <a:ext cx="762000" cy="774700"/>
          </a:xfrm>
          <a:prstGeom prst="rect">
            <a:avLst/>
          </a:prstGeom>
        </p:spPr>
      </p:pic>
      <p:pic>
        <p:nvPicPr>
          <p:cNvPr id="147" name="Imagen 146">
            <a:extLst>
              <a:ext uri="{FF2B5EF4-FFF2-40B4-BE49-F238E27FC236}">
                <a16:creationId xmlns:a16="http://schemas.microsoft.com/office/drawing/2014/main" id="{FA62812A-3581-39D5-1A17-A0449B4F4569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502500" y="1882265"/>
            <a:ext cx="762000" cy="774700"/>
          </a:xfrm>
          <a:prstGeom prst="rect">
            <a:avLst/>
          </a:prstGeom>
        </p:spPr>
      </p:pic>
      <p:pic>
        <p:nvPicPr>
          <p:cNvPr id="149" name="Imagen 148">
            <a:extLst>
              <a:ext uri="{FF2B5EF4-FFF2-40B4-BE49-F238E27FC236}">
                <a16:creationId xmlns:a16="http://schemas.microsoft.com/office/drawing/2014/main" id="{AFA40B4F-1CC2-E4F6-4788-7DCA1418ED43}"/>
              </a:ext>
            </a:extLst>
          </p:cNvPr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5855685" y="903516"/>
            <a:ext cx="762000" cy="774700"/>
          </a:xfrm>
          <a:prstGeom prst="rect">
            <a:avLst/>
          </a:prstGeom>
        </p:spPr>
      </p:pic>
      <p:pic>
        <p:nvPicPr>
          <p:cNvPr id="151" name="Imagen 150">
            <a:extLst>
              <a:ext uri="{FF2B5EF4-FFF2-40B4-BE49-F238E27FC236}">
                <a16:creationId xmlns:a16="http://schemas.microsoft.com/office/drawing/2014/main" id="{4EBD538F-9BA6-3750-404E-2656850B4037}"/>
              </a:ext>
            </a:extLst>
          </p:cNvPr>
          <p:cNvPicPr>
            <a:picLocks noChangeAspect="1"/>
          </p:cNvPicPr>
          <p:nvPr/>
        </p:nvPicPr>
        <p:blipFill>
          <a:blip r:embed="rId28"/>
          <a:srcRect/>
          <a:stretch/>
        </p:blipFill>
        <p:spPr>
          <a:xfrm>
            <a:off x="4785048" y="903516"/>
            <a:ext cx="762000" cy="774700"/>
          </a:xfrm>
          <a:prstGeom prst="rect">
            <a:avLst/>
          </a:prstGeom>
        </p:spPr>
      </p:pic>
      <p:pic>
        <p:nvPicPr>
          <p:cNvPr id="153" name="Imagen 152">
            <a:extLst>
              <a:ext uri="{FF2B5EF4-FFF2-40B4-BE49-F238E27FC236}">
                <a16:creationId xmlns:a16="http://schemas.microsoft.com/office/drawing/2014/main" id="{BF7504CA-86C1-4CDC-82C7-17CF0EAAA6F7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>
            <a:off x="3714411" y="903516"/>
            <a:ext cx="762000" cy="774700"/>
          </a:xfrm>
          <a:prstGeom prst="rect">
            <a:avLst/>
          </a:prstGeom>
        </p:spPr>
      </p:pic>
      <p:pic>
        <p:nvPicPr>
          <p:cNvPr id="155" name="Imagen 154">
            <a:extLst>
              <a:ext uri="{FF2B5EF4-FFF2-40B4-BE49-F238E27FC236}">
                <a16:creationId xmlns:a16="http://schemas.microsoft.com/office/drawing/2014/main" id="{54BA94FC-46CD-B250-9220-7102E7369B2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/>
          <a:stretch/>
        </p:blipFill>
        <p:spPr>
          <a:xfrm>
            <a:off x="2643774" y="903516"/>
            <a:ext cx="762000" cy="774700"/>
          </a:xfrm>
          <a:prstGeom prst="rect">
            <a:avLst/>
          </a:prstGeom>
        </p:spPr>
      </p:pic>
      <p:pic>
        <p:nvPicPr>
          <p:cNvPr id="157" name="Imagen 156">
            <a:extLst>
              <a:ext uri="{FF2B5EF4-FFF2-40B4-BE49-F238E27FC236}">
                <a16:creationId xmlns:a16="http://schemas.microsoft.com/office/drawing/2014/main" id="{8D54496E-4D4B-5549-5672-1B488CA95AB0}"/>
              </a:ext>
            </a:extLst>
          </p:cNvPr>
          <p:cNvPicPr>
            <a:picLocks noChangeAspect="1"/>
          </p:cNvPicPr>
          <p:nvPr/>
        </p:nvPicPr>
        <p:blipFill>
          <a:blip r:embed="rId31"/>
          <a:srcRect/>
          <a:stretch/>
        </p:blipFill>
        <p:spPr>
          <a:xfrm>
            <a:off x="1573137" y="903516"/>
            <a:ext cx="762000" cy="774700"/>
          </a:xfrm>
          <a:prstGeom prst="rect">
            <a:avLst/>
          </a:prstGeom>
        </p:spPr>
      </p:pic>
      <p:pic>
        <p:nvPicPr>
          <p:cNvPr id="159" name="Imagen 158">
            <a:extLst>
              <a:ext uri="{FF2B5EF4-FFF2-40B4-BE49-F238E27FC236}">
                <a16:creationId xmlns:a16="http://schemas.microsoft.com/office/drawing/2014/main" id="{171B4A6F-6D01-6F10-5BEA-F3CBB7459423}"/>
              </a:ext>
            </a:extLst>
          </p:cNvPr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502500" y="903516"/>
            <a:ext cx="762000" cy="7747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F7316E1-EAC2-597B-25C4-593534BFB970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7996958" y="3829867"/>
            <a:ext cx="762000" cy="7747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427B453-6CF8-2B81-39E6-B1A011F6E80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6926322" y="3829867"/>
            <a:ext cx="762000" cy="774700"/>
          </a:xfrm>
          <a:prstGeom prst="rect">
            <a:avLst/>
          </a:prstGeom>
        </p:spPr>
      </p:pic>
      <p:pic>
        <p:nvPicPr>
          <p:cNvPr id="3" name="Imagen 2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1B4B51D5-2E8B-2FBE-7B66-B5D768150099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BEBA8EAE-BF5A-486C-A8C5-ECC9F3942E4B}">
                <a14:imgProps xmlns:a14="http://schemas.microsoft.com/office/drawing/2010/main">
                  <a14:imgLayer r:embed="rId3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64" y="4705033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7060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97124-3596-1E80-7905-63E9C843E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F615C752-5F68-98AE-D38F-097B9BC1D6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87189" y="-8238"/>
            <a:ext cx="771769" cy="762000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DB6E853B-F356-770B-4DB0-A1E1AE4B9ED4}"/>
              </a:ext>
            </a:extLst>
          </p:cNvPr>
          <p:cNvSpPr txBox="1">
            <a:spLocks/>
          </p:cNvSpPr>
          <p:nvPr/>
        </p:nvSpPr>
        <p:spPr>
          <a:xfrm>
            <a:off x="136373" y="193273"/>
            <a:ext cx="1560452" cy="23693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05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ICONOS PRESENTACIONES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C6A274F1-DDB0-E0E9-EBB0-39CDD8DD696D}"/>
              </a:ext>
            </a:extLst>
          </p:cNvPr>
          <p:cNvCxnSpPr>
            <a:cxnSpLocks/>
          </p:cNvCxnSpPr>
          <p:nvPr/>
        </p:nvCxnSpPr>
        <p:spPr>
          <a:xfrm>
            <a:off x="1819373" y="311789"/>
            <a:ext cx="6106151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1" name="Imagen 100">
            <a:extLst>
              <a:ext uri="{FF2B5EF4-FFF2-40B4-BE49-F238E27FC236}">
                <a16:creationId xmlns:a16="http://schemas.microsoft.com/office/drawing/2014/main" id="{2612C5F7-CE2F-BB04-0D35-372759685C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7590" y="2803827"/>
            <a:ext cx="762000" cy="774700"/>
          </a:xfrm>
          <a:prstGeom prst="rect">
            <a:avLst/>
          </a:prstGeom>
        </p:spPr>
      </p:pic>
      <p:pic>
        <p:nvPicPr>
          <p:cNvPr id="103" name="Imagen 102">
            <a:extLst>
              <a:ext uri="{FF2B5EF4-FFF2-40B4-BE49-F238E27FC236}">
                <a16:creationId xmlns:a16="http://schemas.microsoft.com/office/drawing/2014/main" id="{09497FAD-9809-6627-58C6-B66080C04E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879500" y="1833721"/>
            <a:ext cx="762000" cy="774700"/>
          </a:xfrm>
          <a:prstGeom prst="rect">
            <a:avLst/>
          </a:prstGeom>
        </p:spPr>
      </p:pic>
      <p:pic>
        <p:nvPicPr>
          <p:cNvPr id="105" name="Imagen 104">
            <a:extLst>
              <a:ext uri="{FF2B5EF4-FFF2-40B4-BE49-F238E27FC236}">
                <a16:creationId xmlns:a16="http://schemas.microsoft.com/office/drawing/2014/main" id="{D683EEC8-E3E9-7973-E055-4A3E013525C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879500" y="854972"/>
            <a:ext cx="762000" cy="774700"/>
          </a:xfrm>
          <a:prstGeom prst="rect">
            <a:avLst/>
          </a:prstGeom>
        </p:spPr>
      </p:pic>
      <p:pic>
        <p:nvPicPr>
          <p:cNvPr id="107" name="Imagen 106">
            <a:extLst>
              <a:ext uri="{FF2B5EF4-FFF2-40B4-BE49-F238E27FC236}">
                <a16:creationId xmlns:a16="http://schemas.microsoft.com/office/drawing/2014/main" id="{F7FB5FFB-2D09-5D89-21E1-FF742F4D91A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879500" y="2803827"/>
            <a:ext cx="762000" cy="774700"/>
          </a:xfrm>
          <a:prstGeom prst="rect">
            <a:avLst/>
          </a:prstGeom>
        </p:spPr>
      </p:pic>
      <p:pic>
        <p:nvPicPr>
          <p:cNvPr id="109" name="Imagen 108">
            <a:extLst>
              <a:ext uri="{FF2B5EF4-FFF2-40B4-BE49-F238E27FC236}">
                <a16:creationId xmlns:a16="http://schemas.microsoft.com/office/drawing/2014/main" id="{6482574A-083D-1282-1D98-85B3DFE01DC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808864" y="2803827"/>
            <a:ext cx="762000" cy="774700"/>
          </a:xfrm>
          <a:prstGeom prst="rect">
            <a:avLst/>
          </a:prstGeom>
        </p:spPr>
      </p:pic>
      <p:pic>
        <p:nvPicPr>
          <p:cNvPr id="111" name="Imagen 110">
            <a:extLst>
              <a:ext uri="{FF2B5EF4-FFF2-40B4-BE49-F238E27FC236}">
                <a16:creationId xmlns:a16="http://schemas.microsoft.com/office/drawing/2014/main" id="{FCD0B039-C834-372F-2762-A425211E40A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808864" y="1833721"/>
            <a:ext cx="762000" cy="774700"/>
          </a:xfrm>
          <a:prstGeom prst="rect">
            <a:avLst/>
          </a:prstGeom>
        </p:spPr>
      </p:pic>
      <p:pic>
        <p:nvPicPr>
          <p:cNvPr id="113" name="Imagen 112">
            <a:extLst>
              <a:ext uri="{FF2B5EF4-FFF2-40B4-BE49-F238E27FC236}">
                <a16:creationId xmlns:a16="http://schemas.microsoft.com/office/drawing/2014/main" id="{7DD668A9-BEB4-C734-D8CC-7F25C5A82E7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806373" y="3781323"/>
            <a:ext cx="762000" cy="774700"/>
          </a:xfrm>
          <a:prstGeom prst="rect">
            <a:avLst/>
          </a:prstGeom>
        </p:spPr>
      </p:pic>
      <p:pic>
        <p:nvPicPr>
          <p:cNvPr id="115" name="Imagen 114">
            <a:extLst>
              <a:ext uri="{FF2B5EF4-FFF2-40B4-BE49-F238E27FC236}">
                <a16:creationId xmlns:a16="http://schemas.microsoft.com/office/drawing/2014/main" id="{38ADBF5F-302D-3474-0868-698F5789F01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738227" y="2803827"/>
            <a:ext cx="762000" cy="774700"/>
          </a:xfrm>
          <a:prstGeom prst="rect">
            <a:avLst/>
          </a:prstGeom>
        </p:spPr>
      </p:pic>
      <p:pic>
        <p:nvPicPr>
          <p:cNvPr id="117" name="Imagen 116">
            <a:extLst>
              <a:ext uri="{FF2B5EF4-FFF2-40B4-BE49-F238E27FC236}">
                <a16:creationId xmlns:a16="http://schemas.microsoft.com/office/drawing/2014/main" id="{5406B723-DC60-7A1F-19A4-7676E0647F5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722106" y="3781323"/>
            <a:ext cx="762000" cy="774700"/>
          </a:xfrm>
          <a:prstGeom prst="rect">
            <a:avLst/>
          </a:prstGeom>
        </p:spPr>
      </p:pic>
      <p:pic>
        <p:nvPicPr>
          <p:cNvPr id="119" name="Imagen 118">
            <a:extLst>
              <a:ext uri="{FF2B5EF4-FFF2-40B4-BE49-F238E27FC236}">
                <a16:creationId xmlns:a16="http://schemas.microsoft.com/office/drawing/2014/main" id="{5E547EE1-C6A2-BCFF-D548-AED6406CF58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808864" y="854972"/>
            <a:ext cx="762000" cy="774700"/>
          </a:xfrm>
          <a:prstGeom prst="rect">
            <a:avLst/>
          </a:prstGeom>
        </p:spPr>
      </p:pic>
      <p:pic>
        <p:nvPicPr>
          <p:cNvPr id="121" name="Imagen 120">
            <a:extLst>
              <a:ext uri="{FF2B5EF4-FFF2-40B4-BE49-F238E27FC236}">
                <a16:creationId xmlns:a16="http://schemas.microsoft.com/office/drawing/2014/main" id="{5C91FA4F-F290-C5C0-3019-E941F7410A46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3637840" y="3781323"/>
            <a:ext cx="762000" cy="774700"/>
          </a:xfrm>
          <a:prstGeom prst="rect">
            <a:avLst/>
          </a:prstGeom>
        </p:spPr>
      </p:pic>
      <p:pic>
        <p:nvPicPr>
          <p:cNvPr id="123" name="Imagen 122">
            <a:extLst>
              <a:ext uri="{FF2B5EF4-FFF2-40B4-BE49-F238E27FC236}">
                <a16:creationId xmlns:a16="http://schemas.microsoft.com/office/drawing/2014/main" id="{B02C8C96-F5DB-DC95-3ADE-7A8968E68967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3596953" y="2803827"/>
            <a:ext cx="762000" cy="774700"/>
          </a:xfrm>
          <a:prstGeom prst="rect">
            <a:avLst/>
          </a:prstGeom>
        </p:spPr>
      </p:pic>
      <p:pic>
        <p:nvPicPr>
          <p:cNvPr id="125" name="Imagen 124">
            <a:extLst>
              <a:ext uri="{FF2B5EF4-FFF2-40B4-BE49-F238E27FC236}">
                <a16:creationId xmlns:a16="http://schemas.microsoft.com/office/drawing/2014/main" id="{7A261119-36AC-F9B6-5C3F-5EB8F3A73F0F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2553574" y="3781323"/>
            <a:ext cx="762000" cy="774700"/>
          </a:xfrm>
          <a:prstGeom prst="rect">
            <a:avLst/>
          </a:prstGeom>
        </p:spPr>
      </p:pic>
      <p:pic>
        <p:nvPicPr>
          <p:cNvPr id="127" name="Imagen 126">
            <a:extLst>
              <a:ext uri="{FF2B5EF4-FFF2-40B4-BE49-F238E27FC236}">
                <a16:creationId xmlns:a16="http://schemas.microsoft.com/office/drawing/2014/main" id="{CEC6CF6B-F22F-E315-391F-E7E350BB8010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2526316" y="2803827"/>
            <a:ext cx="762000" cy="774700"/>
          </a:xfrm>
          <a:prstGeom prst="rect">
            <a:avLst/>
          </a:prstGeom>
        </p:spPr>
      </p:pic>
      <p:pic>
        <p:nvPicPr>
          <p:cNvPr id="129" name="Imagen 128">
            <a:extLst>
              <a:ext uri="{FF2B5EF4-FFF2-40B4-BE49-F238E27FC236}">
                <a16:creationId xmlns:a16="http://schemas.microsoft.com/office/drawing/2014/main" id="{2EB0D160-2AE0-4628-C240-65EE302B2161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469308" y="3781323"/>
            <a:ext cx="762000" cy="774700"/>
          </a:xfrm>
          <a:prstGeom prst="rect">
            <a:avLst/>
          </a:prstGeom>
        </p:spPr>
      </p:pic>
      <p:pic>
        <p:nvPicPr>
          <p:cNvPr id="131" name="Imagen 130">
            <a:extLst>
              <a:ext uri="{FF2B5EF4-FFF2-40B4-BE49-F238E27FC236}">
                <a16:creationId xmlns:a16="http://schemas.microsoft.com/office/drawing/2014/main" id="{D5801ACC-00D9-9DC0-D19B-CA0804B85EC0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455679" y="2803827"/>
            <a:ext cx="762000" cy="774700"/>
          </a:xfrm>
          <a:prstGeom prst="rect">
            <a:avLst/>
          </a:prstGeom>
        </p:spPr>
      </p:pic>
      <p:pic>
        <p:nvPicPr>
          <p:cNvPr id="133" name="Imagen 132">
            <a:extLst>
              <a:ext uri="{FF2B5EF4-FFF2-40B4-BE49-F238E27FC236}">
                <a16:creationId xmlns:a16="http://schemas.microsoft.com/office/drawing/2014/main" id="{AB48F455-26CE-0A1A-5C99-74A5F27407B2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385042" y="3781323"/>
            <a:ext cx="762000" cy="774700"/>
          </a:xfrm>
          <a:prstGeom prst="rect">
            <a:avLst/>
          </a:prstGeom>
        </p:spPr>
      </p:pic>
      <p:pic>
        <p:nvPicPr>
          <p:cNvPr id="135" name="Imagen 134">
            <a:extLst>
              <a:ext uri="{FF2B5EF4-FFF2-40B4-BE49-F238E27FC236}">
                <a16:creationId xmlns:a16="http://schemas.microsoft.com/office/drawing/2014/main" id="{FF96E959-DB95-7822-B7F6-A98CB7D3C089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385042" y="2803827"/>
            <a:ext cx="762000" cy="774700"/>
          </a:xfrm>
          <a:prstGeom prst="rect">
            <a:avLst/>
          </a:prstGeom>
        </p:spPr>
      </p:pic>
      <p:pic>
        <p:nvPicPr>
          <p:cNvPr id="137" name="Imagen 136">
            <a:extLst>
              <a:ext uri="{FF2B5EF4-FFF2-40B4-BE49-F238E27FC236}">
                <a16:creationId xmlns:a16="http://schemas.microsoft.com/office/drawing/2014/main" id="{232969D8-C96B-136D-DBFA-F679FBCF1F0A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5738227" y="1833721"/>
            <a:ext cx="762000" cy="774700"/>
          </a:xfrm>
          <a:prstGeom prst="rect">
            <a:avLst/>
          </a:prstGeom>
        </p:spPr>
      </p:pic>
      <p:pic>
        <p:nvPicPr>
          <p:cNvPr id="139" name="Imagen 138">
            <a:extLst>
              <a:ext uri="{FF2B5EF4-FFF2-40B4-BE49-F238E27FC236}">
                <a16:creationId xmlns:a16="http://schemas.microsoft.com/office/drawing/2014/main" id="{44B411D7-58AF-3AC2-F3B3-65CF91206ED2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4667590" y="1833721"/>
            <a:ext cx="762000" cy="774700"/>
          </a:xfrm>
          <a:prstGeom prst="rect">
            <a:avLst/>
          </a:prstGeom>
        </p:spPr>
      </p:pic>
      <p:pic>
        <p:nvPicPr>
          <p:cNvPr id="141" name="Imagen 140">
            <a:extLst>
              <a:ext uri="{FF2B5EF4-FFF2-40B4-BE49-F238E27FC236}">
                <a16:creationId xmlns:a16="http://schemas.microsoft.com/office/drawing/2014/main" id="{4392266D-12D9-443F-1AF2-3129BB258B69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3596953" y="1833721"/>
            <a:ext cx="762000" cy="774700"/>
          </a:xfrm>
          <a:prstGeom prst="rect">
            <a:avLst/>
          </a:prstGeom>
        </p:spPr>
      </p:pic>
      <p:pic>
        <p:nvPicPr>
          <p:cNvPr id="143" name="Imagen 142">
            <a:extLst>
              <a:ext uri="{FF2B5EF4-FFF2-40B4-BE49-F238E27FC236}">
                <a16:creationId xmlns:a16="http://schemas.microsoft.com/office/drawing/2014/main" id="{789DE877-B844-3265-B3A1-FE794F84FBEF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2526316" y="1833721"/>
            <a:ext cx="762000" cy="774700"/>
          </a:xfrm>
          <a:prstGeom prst="rect">
            <a:avLst/>
          </a:prstGeom>
        </p:spPr>
      </p:pic>
      <p:pic>
        <p:nvPicPr>
          <p:cNvPr id="145" name="Imagen 144">
            <a:extLst>
              <a:ext uri="{FF2B5EF4-FFF2-40B4-BE49-F238E27FC236}">
                <a16:creationId xmlns:a16="http://schemas.microsoft.com/office/drawing/2014/main" id="{80FE1E1B-4365-90B2-6CB3-309728972951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1455679" y="1833721"/>
            <a:ext cx="762000" cy="774700"/>
          </a:xfrm>
          <a:prstGeom prst="rect">
            <a:avLst/>
          </a:prstGeom>
        </p:spPr>
      </p:pic>
      <p:pic>
        <p:nvPicPr>
          <p:cNvPr id="147" name="Imagen 146">
            <a:extLst>
              <a:ext uri="{FF2B5EF4-FFF2-40B4-BE49-F238E27FC236}">
                <a16:creationId xmlns:a16="http://schemas.microsoft.com/office/drawing/2014/main" id="{0F9E810A-BBB7-041D-8E96-933EADD27014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385042" y="1833721"/>
            <a:ext cx="762000" cy="774700"/>
          </a:xfrm>
          <a:prstGeom prst="rect">
            <a:avLst/>
          </a:prstGeom>
        </p:spPr>
      </p:pic>
      <p:pic>
        <p:nvPicPr>
          <p:cNvPr id="149" name="Imagen 148">
            <a:extLst>
              <a:ext uri="{FF2B5EF4-FFF2-40B4-BE49-F238E27FC236}">
                <a16:creationId xmlns:a16="http://schemas.microsoft.com/office/drawing/2014/main" id="{6A32B895-697A-0C06-DE8B-D8D24F3506B3}"/>
              </a:ext>
            </a:extLst>
          </p:cNvPr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5738227" y="854972"/>
            <a:ext cx="762000" cy="774700"/>
          </a:xfrm>
          <a:prstGeom prst="rect">
            <a:avLst/>
          </a:prstGeom>
        </p:spPr>
      </p:pic>
      <p:pic>
        <p:nvPicPr>
          <p:cNvPr id="151" name="Imagen 150">
            <a:extLst>
              <a:ext uri="{FF2B5EF4-FFF2-40B4-BE49-F238E27FC236}">
                <a16:creationId xmlns:a16="http://schemas.microsoft.com/office/drawing/2014/main" id="{C3A2BF14-61A1-23FC-6BA3-9E9E6C63601B}"/>
              </a:ext>
            </a:extLst>
          </p:cNvPr>
          <p:cNvPicPr>
            <a:picLocks noChangeAspect="1"/>
          </p:cNvPicPr>
          <p:nvPr/>
        </p:nvPicPr>
        <p:blipFill>
          <a:blip r:embed="rId28"/>
          <a:srcRect/>
          <a:stretch/>
        </p:blipFill>
        <p:spPr>
          <a:xfrm>
            <a:off x="4667590" y="854972"/>
            <a:ext cx="762000" cy="774700"/>
          </a:xfrm>
          <a:prstGeom prst="rect">
            <a:avLst/>
          </a:prstGeom>
        </p:spPr>
      </p:pic>
      <p:pic>
        <p:nvPicPr>
          <p:cNvPr id="153" name="Imagen 152">
            <a:extLst>
              <a:ext uri="{FF2B5EF4-FFF2-40B4-BE49-F238E27FC236}">
                <a16:creationId xmlns:a16="http://schemas.microsoft.com/office/drawing/2014/main" id="{587C794A-8E9E-2F28-282B-668A0C9E7E41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>
            <a:off x="3596953" y="854972"/>
            <a:ext cx="762000" cy="774700"/>
          </a:xfrm>
          <a:prstGeom prst="rect">
            <a:avLst/>
          </a:prstGeom>
        </p:spPr>
      </p:pic>
      <p:pic>
        <p:nvPicPr>
          <p:cNvPr id="155" name="Imagen 154">
            <a:extLst>
              <a:ext uri="{FF2B5EF4-FFF2-40B4-BE49-F238E27FC236}">
                <a16:creationId xmlns:a16="http://schemas.microsoft.com/office/drawing/2014/main" id="{EC7F36FE-3D35-FF20-F805-284B761C557A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/>
          <a:stretch/>
        </p:blipFill>
        <p:spPr>
          <a:xfrm>
            <a:off x="2526316" y="854972"/>
            <a:ext cx="762000" cy="774700"/>
          </a:xfrm>
          <a:prstGeom prst="rect">
            <a:avLst/>
          </a:prstGeom>
        </p:spPr>
      </p:pic>
      <p:pic>
        <p:nvPicPr>
          <p:cNvPr id="157" name="Imagen 156">
            <a:extLst>
              <a:ext uri="{FF2B5EF4-FFF2-40B4-BE49-F238E27FC236}">
                <a16:creationId xmlns:a16="http://schemas.microsoft.com/office/drawing/2014/main" id="{E5524027-BD07-AB77-2A40-9A52CAEACD1C}"/>
              </a:ext>
            </a:extLst>
          </p:cNvPr>
          <p:cNvPicPr>
            <a:picLocks noChangeAspect="1"/>
          </p:cNvPicPr>
          <p:nvPr/>
        </p:nvPicPr>
        <p:blipFill>
          <a:blip r:embed="rId31"/>
          <a:srcRect/>
          <a:stretch/>
        </p:blipFill>
        <p:spPr>
          <a:xfrm>
            <a:off x="1455679" y="854972"/>
            <a:ext cx="762000" cy="774700"/>
          </a:xfrm>
          <a:prstGeom prst="rect">
            <a:avLst/>
          </a:prstGeom>
        </p:spPr>
      </p:pic>
      <p:pic>
        <p:nvPicPr>
          <p:cNvPr id="159" name="Imagen 158">
            <a:extLst>
              <a:ext uri="{FF2B5EF4-FFF2-40B4-BE49-F238E27FC236}">
                <a16:creationId xmlns:a16="http://schemas.microsoft.com/office/drawing/2014/main" id="{53754AA6-E3A3-BA9C-3CC2-571B2D0ED0DD}"/>
              </a:ext>
            </a:extLst>
          </p:cNvPr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385042" y="854972"/>
            <a:ext cx="762000" cy="7747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1A1A8578-97C7-C23E-5278-8AC82356B060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7879500" y="3781323"/>
            <a:ext cx="762000" cy="7747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11BD062-E15E-C035-F362-13AB55CA3FAF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6808864" y="3781323"/>
            <a:ext cx="762000" cy="774700"/>
          </a:xfrm>
          <a:prstGeom prst="rect">
            <a:avLst/>
          </a:prstGeom>
        </p:spPr>
      </p:pic>
      <p:pic>
        <p:nvPicPr>
          <p:cNvPr id="4" name="Imagen 3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89742ADB-17B0-4D61-A0B1-2811A32DC378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BEBA8EAE-BF5A-486C-A8C5-ECC9F3942E4B}">
                <a14:imgProps xmlns:a14="http://schemas.microsoft.com/office/drawing/2010/main">
                  <a14:imgLayer r:embed="rId3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64" y="4705033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3725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8AEE1-9CAF-2216-3BBD-B830282CA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6E408D54-E573-6FCC-7DAC-E9DD45420F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87189" y="-8238"/>
            <a:ext cx="771769" cy="762000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C075BDC9-AD54-18D9-4205-261DCBA7640D}"/>
              </a:ext>
            </a:extLst>
          </p:cNvPr>
          <p:cNvSpPr txBox="1">
            <a:spLocks/>
          </p:cNvSpPr>
          <p:nvPr/>
        </p:nvSpPr>
        <p:spPr>
          <a:xfrm>
            <a:off x="136373" y="193273"/>
            <a:ext cx="1560452" cy="23693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05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ICONOS PRESENTACIONES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28C35461-65B4-6CFC-2A55-DB296738F4BA}"/>
              </a:ext>
            </a:extLst>
          </p:cNvPr>
          <p:cNvCxnSpPr>
            <a:cxnSpLocks/>
          </p:cNvCxnSpPr>
          <p:nvPr/>
        </p:nvCxnSpPr>
        <p:spPr>
          <a:xfrm>
            <a:off x="1819373" y="311789"/>
            <a:ext cx="6106151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4">
            <a:extLst>
              <a:ext uri="{FF2B5EF4-FFF2-40B4-BE49-F238E27FC236}">
                <a16:creationId xmlns:a16="http://schemas.microsoft.com/office/drawing/2014/main" id="{CB3039A4-11C2-D215-34E1-76E171607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30" y="1225205"/>
            <a:ext cx="589228" cy="5892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8E4F63-D19A-A4DE-4142-5696C57B76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8355" y="1225771"/>
            <a:ext cx="589228" cy="5880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528DB2-E153-76B6-6BAD-8332C4A119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7260" y="1225205"/>
            <a:ext cx="589228" cy="589228"/>
          </a:xfrm>
          <a:prstGeom prst="rect">
            <a:avLst/>
          </a:prstGeom>
        </p:spPr>
      </p:pic>
      <p:pic>
        <p:nvPicPr>
          <p:cNvPr id="9" name="Picture 7">
            <a:extLst>
              <a:ext uri="{FF2B5EF4-FFF2-40B4-BE49-F238E27FC236}">
                <a16:creationId xmlns:a16="http://schemas.microsoft.com/office/drawing/2014/main" id="{468A0412-10CA-C364-AFA1-76DA9463ED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0685" y="1225205"/>
            <a:ext cx="589228" cy="589228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6D764587-D42E-2621-182E-E4FC82F689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8589" y="1225204"/>
            <a:ext cx="588095" cy="589228"/>
          </a:xfrm>
          <a:prstGeom prst="rect">
            <a:avLst/>
          </a:prstGeom>
        </p:spPr>
      </p:pic>
      <p:pic>
        <p:nvPicPr>
          <p:cNvPr id="11" name="Picture 9">
            <a:extLst>
              <a:ext uri="{FF2B5EF4-FFF2-40B4-BE49-F238E27FC236}">
                <a16:creationId xmlns:a16="http://schemas.microsoft.com/office/drawing/2014/main" id="{B9C06708-B739-ED3D-0CDB-65D2B74BEB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8184" y="1225769"/>
            <a:ext cx="589228" cy="588095"/>
          </a:xfrm>
          <a:prstGeom prst="rect">
            <a:avLst/>
          </a:prstGeom>
        </p:spPr>
      </p:pic>
      <p:pic>
        <p:nvPicPr>
          <p:cNvPr id="12" name="Picture 10">
            <a:extLst>
              <a:ext uri="{FF2B5EF4-FFF2-40B4-BE49-F238E27FC236}">
                <a16:creationId xmlns:a16="http://schemas.microsoft.com/office/drawing/2014/main" id="{5FFF1D0F-BD0B-A7AB-A0D8-EC22525757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9061" y="1225204"/>
            <a:ext cx="588095" cy="589228"/>
          </a:xfrm>
          <a:prstGeom prst="rect">
            <a:avLst/>
          </a:prstGeom>
        </p:spPr>
      </p:pic>
      <p:pic>
        <p:nvPicPr>
          <p:cNvPr id="13" name="Picture 11">
            <a:extLst>
              <a:ext uri="{FF2B5EF4-FFF2-40B4-BE49-F238E27FC236}">
                <a16:creationId xmlns:a16="http://schemas.microsoft.com/office/drawing/2014/main" id="{563B449A-49BA-707D-2383-6DDCB8C844A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07089" y="1225203"/>
            <a:ext cx="589228" cy="5892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32E8807-0495-3E91-64C4-A13AAEAB07D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69730" y="1225202"/>
            <a:ext cx="589228" cy="589228"/>
          </a:xfrm>
          <a:prstGeom prst="rect">
            <a:avLst/>
          </a:prstGeom>
        </p:spPr>
      </p:pic>
      <p:pic>
        <p:nvPicPr>
          <p:cNvPr id="18" name="Picture 4">
            <a:extLst>
              <a:ext uri="{FF2B5EF4-FFF2-40B4-BE49-F238E27FC236}">
                <a16:creationId xmlns:a16="http://schemas.microsoft.com/office/drawing/2014/main" id="{A32AEF5E-7C53-CCE0-8AA0-313197BF848C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930" y="2145048"/>
            <a:ext cx="589228" cy="589228"/>
          </a:xfrm>
          <a:prstGeom prst="rect">
            <a:avLst/>
          </a:prstGeom>
        </p:spPr>
      </p:pic>
      <p:pic>
        <p:nvPicPr>
          <p:cNvPr id="19" name="Picture 5">
            <a:extLst>
              <a:ext uri="{FF2B5EF4-FFF2-40B4-BE49-F238E27FC236}">
                <a16:creationId xmlns:a16="http://schemas.microsoft.com/office/drawing/2014/main" id="{2DB741A8-216E-1786-3A47-62D9F641334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78921" y="2145614"/>
            <a:ext cx="588095" cy="588095"/>
          </a:xfrm>
          <a:prstGeom prst="rect">
            <a:avLst/>
          </a:prstGeom>
        </p:spPr>
      </p:pic>
      <p:pic>
        <p:nvPicPr>
          <p:cNvPr id="20" name="Picture 6">
            <a:extLst>
              <a:ext uri="{FF2B5EF4-FFF2-40B4-BE49-F238E27FC236}">
                <a16:creationId xmlns:a16="http://schemas.microsoft.com/office/drawing/2014/main" id="{0396110A-14C1-0E42-D976-CC966338D04F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27260" y="2145613"/>
            <a:ext cx="589228" cy="588095"/>
          </a:xfrm>
          <a:prstGeom prst="rect">
            <a:avLst/>
          </a:prstGeom>
        </p:spPr>
      </p:pic>
      <p:pic>
        <p:nvPicPr>
          <p:cNvPr id="21" name="Picture 7">
            <a:extLst>
              <a:ext uri="{FF2B5EF4-FFF2-40B4-BE49-F238E27FC236}">
                <a16:creationId xmlns:a16="http://schemas.microsoft.com/office/drawing/2014/main" id="{43476C95-7AA2-961A-17C5-581963C0FC30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00685" y="2145613"/>
            <a:ext cx="589228" cy="588095"/>
          </a:xfrm>
          <a:prstGeom prst="rect">
            <a:avLst/>
          </a:prstGeom>
        </p:spPr>
      </p:pic>
      <p:pic>
        <p:nvPicPr>
          <p:cNvPr id="3" name="Imagen 2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844A5452-272E-1E30-C234-632C230DBDC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64" y="4705033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8780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031908-afc3-4861-95d9-cc85d1091e34" xsi:nil="true"/>
    <lcf76f155ced4ddcb4097134ff3c332f xmlns="4948dcbb-4498-453a-bb2a-2f6e93dc52f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E93E959-676C-47DA-8D5F-FE602D004E80}">
  <ds:schemaRefs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4948dcbb-4498-453a-bb2a-2f6e93dc52f8"/>
    <ds:schemaRef ds:uri="http://purl.org/dc/terms/"/>
    <ds:schemaRef ds:uri="http://purl.org/dc/elements/1.1/"/>
    <ds:schemaRef ds:uri="http://purl.org/dc/dcmitype/"/>
    <ds:schemaRef ds:uri="http://schemas.openxmlformats.org/package/2006/metadata/core-properties"/>
    <ds:schemaRef ds:uri="42031908-afc3-4861-95d9-cc85d1091e34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1D662B3A-31AA-438A-A768-F5B4421260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8dcbb-4498-453a-bb2a-2f6e93dc52f8"/>
    <ds:schemaRef ds:uri="42031908-afc3-4861-95d9-cc85d1091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45F8F8A-C913-4FAA-B8AF-971175F8F24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1bdfea1-5fcd-44c1-8196-dfa7afddd8c5}" enabled="0" method="" siteId="{e1bdfea1-5fcd-44c1-8196-dfa7afddd8c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22</TotalTime>
  <Words>1676</Words>
  <Application>Microsoft Office PowerPoint</Application>
  <PresentationFormat>Personalizado</PresentationFormat>
  <Paragraphs>299</Paragraphs>
  <Slides>37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3" baseType="lpstr">
      <vt:lpstr>Arial</vt:lpstr>
      <vt:lpstr>Arial Black</vt:lpstr>
      <vt:lpstr>Calibri</vt:lpstr>
      <vt:lpstr>Calibri Light</vt:lpstr>
      <vt:lpstr>Wingdings</vt:lpstr>
      <vt:lpstr>Tema de Office</vt:lpstr>
      <vt:lpstr>Espacio para poner el título de tu presentación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 </vt:lpstr>
      <vt:lpstr>Presentación de PowerPoint</vt:lpstr>
      <vt:lpstr>Consideraciones</vt:lpstr>
      <vt:lpstr>Presentación de PowerPoint</vt:lpstr>
      <vt:lpstr>Presentación de PowerPoint</vt:lpstr>
      <vt:lpstr>Presentación de PowerPoint</vt:lpstr>
      <vt:lpstr>Presentación de PowerPoint</vt:lpstr>
      <vt:lpstr>Oferta Económica</vt:lpstr>
      <vt:lpstr>Presentación de PowerPoint</vt:lpstr>
      <vt:lpstr>Forma de Pago</vt:lpstr>
      <vt:lpstr>Condiciones Comerciales</vt:lpstr>
      <vt:lpstr>Garantía</vt:lpstr>
      <vt:lpstr>Presentación de PowerPoint</vt:lpstr>
      <vt:lpstr>Presentación de PowerPoint</vt:lpstr>
      <vt:lpstr>Presentación de PowerPoint</vt:lpstr>
      <vt:lpstr> </vt:lpstr>
      <vt:lpstr>Inserta tu título aquí</vt:lpstr>
      <vt:lpstr>Presentación de PowerPoint</vt:lpstr>
      <vt:lpstr>Presentación de PowerPoint</vt:lpstr>
      <vt:lpstr>Presentación de PowerPoint</vt:lpstr>
      <vt:lpstr>Inserta tu título aquí</vt:lpstr>
      <vt:lpstr>Inserta tu título aquí</vt:lpstr>
      <vt:lpstr>Agrega el título de tu sección en este espacio</vt:lpstr>
      <vt:lpstr>Agrega el título de tu sección en este espacio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presentación</dc:title>
  <dc:creator>Angela Camargo</dc:creator>
  <cp:lastModifiedBy>Kevin A. Lopez Hernandez</cp:lastModifiedBy>
  <cp:revision>38</cp:revision>
  <dcterms:created xsi:type="dcterms:W3CDTF">2024-01-17T20:43:53Z</dcterms:created>
  <dcterms:modified xsi:type="dcterms:W3CDTF">2026-07-28T15:32:08Z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