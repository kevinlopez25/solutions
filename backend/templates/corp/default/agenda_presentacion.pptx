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5.png"/><Relationship Id="rId7" Type="http://schemas.openxmlformats.org/officeDocument/2006/relationships/image" Target="../media/image-1-7.png"/><Relationship Id="rId8" Type="http://schemas.openxmlformats.org/officeDocument/2006/relationships/image" Target="../media/image-1-3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822960" cy="0"/>
          </a:xfrm>
          <a:prstGeom prst="line">
            <a:avLst/>
          </a:prstGeom>
          <a:noFill/>
          <a:ln w="15875">
            <a:solidFill>
              <a:srgbClr val="D9D9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320040"/>
            <a:ext cx="0" cy="365760"/>
          </a:xfrm>
          <a:prstGeom prst="line">
            <a:avLst/>
          </a:prstGeom>
          <a:noFill/>
          <a:ln w="15875">
            <a:solidFill>
              <a:srgbClr val="D9D9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320040"/>
            <a:ext cx="1005840" cy="0"/>
          </a:xfrm>
          <a:prstGeom prst="line">
            <a:avLst/>
          </a:prstGeom>
          <a:noFill/>
          <a:ln w="15875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320040"/>
            <a:ext cx="0" cy="228600"/>
          </a:xfrm>
          <a:prstGeom prst="line">
            <a:avLst/>
          </a:prstGeom>
          <a:noFill/>
          <a:ln w="15875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548640"/>
            <a:ext cx="1005840" cy="0"/>
          </a:xfrm>
          <a:prstGeom prst="line">
            <a:avLst/>
          </a:prstGeom>
          <a:noFill/>
          <a:ln w="15875">
            <a:solidFill>
              <a:srgbClr val="D9D9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0956" y="653796"/>
            <a:ext cx="64008" cy="64008"/>
          </a:xfrm>
          <a:prstGeom prst="ellipse">
            <a:avLst/>
          </a:prstGeom>
          <a:solidFill>
            <a:srgbClr val="2E9E4F"/>
          </a:solidFill>
          <a:ln/>
        </p:spPr>
      </p:sp>
      <p:sp>
        <p:nvSpPr>
          <p:cNvPr id="8" name="Shape 6"/>
          <p:cNvSpPr/>
          <p:nvPr/>
        </p:nvSpPr>
        <p:spPr>
          <a:xfrm>
            <a:off x="1796796" y="288036"/>
            <a:ext cx="64008" cy="64008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9" name="Shape 7"/>
          <p:cNvSpPr/>
          <p:nvPr/>
        </p:nvSpPr>
        <p:spPr>
          <a:xfrm>
            <a:off x="2788920" y="502920"/>
            <a:ext cx="91440" cy="91440"/>
          </a:xfrm>
          <a:prstGeom prst="ellipse">
            <a:avLst/>
          </a:prstGeom>
          <a:solidFill>
            <a:srgbClr val="2E9E4F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234440"/>
            <a:ext cx="1280160" cy="0"/>
          </a:xfrm>
          <a:prstGeom prst="line">
            <a:avLst/>
          </a:prstGeom>
          <a:noFill/>
          <a:ln w="15875">
            <a:solidFill>
              <a:srgbClr val="D9D9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80160" y="960120"/>
            <a:ext cx="0" cy="274320"/>
          </a:xfrm>
          <a:prstGeom prst="line">
            <a:avLst/>
          </a:prstGeom>
          <a:noFill/>
          <a:ln w="15875">
            <a:solidFill>
              <a:srgbClr val="D9D9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80160" y="960120"/>
            <a:ext cx="1097280" cy="0"/>
          </a:xfrm>
          <a:prstGeom prst="line">
            <a:avLst/>
          </a:prstGeom>
          <a:noFill/>
          <a:ln w="15875">
            <a:solidFill>
              <a:srgbClr val="D9D9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48156" y="1202436"/>
            <a:ext cx="64008" cy="64008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14" name="Shape 12"/>
          <p:cNvSpPr/>
          <p:nvPr/>
        </p:nvSpPr>
        <p:spPr>
          <a:xfrm>
            <a:off x="2336292" y="918972"/>
            <a:ext cx="82296" cy="82296"/>
          </a:xfrm>
          <a:prstGeom prst="ellipse">
            <a:avLst/>
          </a:prstGeom>
          <a:solidFill>
            <a:srgbClr val="2E9E4F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2697480"/>
            <a:ext cx="548640" cy="0"/>
          </a:xfrm>
          <a:prstGeom prst="line">
            <a:avLst/>
          </a:prstGeom>
          <a:noFill/>
          <a:ln w="15875">
            <a:solidFill>
              <a:srgbClr val="D9D9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697480"/>
            <a:ext cx="0" cy="548640"/>
          </a:xfrm>
          <a:prstGeom prst="line">
            <a:avLst/>
          </a:prstGeom>
          <a:noFill/>
          <a:ln w="15875">
            <a:solidFill>
              <a:srgbClr val="D9D9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246120"/>
            <a:ext cx="914400" cy="0"/>
          </a:xfrm>
          <a:prstGeom prst="line">
            <a:avLst/>
          </a:prstGeom>
          <a:noFill/>
          <a:ln w="15875">
            <a:solidFill>
              <a:srgbClr val="D9D9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6636" y="2665476"/>
            <a:ext cx="64008" cy="64008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19" name="Shape 17"/>
          <p:cNvSpPr/>
          <p:nvPr/>
        </p:nvSpPr>
        <p:spPr>
          <a:xfrm>
            <a:off x="1426464" y="3209544"/>
            <a:ext cx="73152" cy="73152"/>
          </a:xfrm>
          <a:prstGeom prst="ellipse">
            <a:avLst/>
          </a:prstGeom>
          <a:solidFill>
            <a:srgbClr val="2E9E4F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3794760"/>
            <a:ext cx="411480" cy="0"/>
          </a:xfrm>
          <a:prstGeom prst="line">
            <a:avLst/>
          </a:prstGeom>
          <a:noFill/>
          <a:ln w="15875">
            <a:solidFill>
              <a:srgbClr val="D9D9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749040"/>
            <a:ext cx="91440" cy="914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14173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DE
</a:t>
            </a:r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2E9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365760" y="2606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Conoce nuestro enfoque para gestionar y entregar soluciones de software con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E9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calidad, control y trazabilidad.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61188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25" name="Image 0" descr="/home/claude/work2/ic_p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913" y="3782873"/>
            <a:ext cx="435254" cy="435254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1508760" y="342900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27" name="Image 1" descr="/home/claude/work2/ic_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753" y="3599993"/>
            <a:ext cx="435254" cy="435254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502920" y="457200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29" name="Image 2" descr="/home/claude/work2/ic_tas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3" y="4742993"/>
            <a:ext cx="435254" cy="435254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1508760" y="457200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31" name="Image 3" descr="/home/claude/work2/ic_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9753" y="4742993"/>
            <a:ext cx="435254" cy="435254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2514600" y="457200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33" name="Image 4" descr="/home/claude/work2/ic_ge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5593" y="4742993"/>
            <a:ext cx="435254" cy="435254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1389888" y="3973068"/>
            <a:ext cx="54864" cy="54864"/>
          </a:xfrm>
          <a:prstGeom prst="ellipse">
            <a:avLst/>
          </a:prstGeom>
          <a:solidFill>
            <a:srgbClr val="2E9E4F"/>
          </a:solidFill>
          <a:ln/>
        </p:spPr>
      </p:sp>
      <p:sp>
        <p:nvSpPr>
          <p:cNvPr id="35" name="Shape 28"/>
          <p:cNvSpPr/>
          <p:nvPr/>
        </p:nvSpPr>
        <p:spPr>
          <a:xfrm>
            <a:off x="1389888" y="4933188"/>
            <a:ext cx="54864" cy="54864"/>
          </a:xfrm>
          <a:prstGeom prst="ellipse">
            <a:avLst/>
          </a:prstGeom>
          <a:solidFill>
            <a:srgbClr val="2E9E4F"/>
          </a:solidFill>
          <a:ln/>
        </p:spPr>
      </p:sp>
      <p:sp>
        <p:nvSpPr>
          <p:cNvPr id="36" name="Shape 29"/>
          <p:cNvSpPr/>
          <p:nvPr/>
        </p:nvSpPr>
        <p:spPr>
          <a:xfrm>
            <a:off x="2395728" y="4933188"/>
            <a:ext cx="54864" cy="54864"/>
          </a:xfrm>
          <a:prstGeom prst="ellipse">
            <a:avLst/>
          </a:prstGeom>
          <a:solidFill>
            <a:srgbClr val="2E9E4F"/>
          </a:solidFill>
          <a:ln/>
        </p:spPr>
      </p:sp>
      <p:sp>
        <p:nvSpPr>
          <p:cNvPr id="37" name="Shape 30"/>
          <p:cNvSpPr/>
          <p:nvPr/>
        </p:nvSpPr>
        <p:spPr>
          <a:xfrm>
            <a:off x="3794760" y="320040"/>
            <a:ext cx="0" cy="5577840"/>
          </a:xfrm>
          <a:prstGeom prst="line">
            <a:avLst/>
          </a:prstGeom>
          <a:noFill/>
          <a:ln w="12700">
            <a:solidFill>
              <a:srgbClr val="D9D9D9"/>
            </a:solidFill>
            <a:prstDash val="dash"/>
          </a:ln>
        </p:spPr>
      </p:sp>
      <p:sp>
        <p:nvSpPr>
          <p:cNvPr id="38" name="Shape 31"/>
          <p:cNvSpPr/>
          <p:nvPr/>
        </p:nvSpPr>
        <p:spPr>
          <a:xfrm>
            <a:off x="4828032" y="754380"/>
            <a:ext cx="0" cy="4754880"/>
          </a:xfrm>
          <a:prstGeom prst="line">
            <a:avLst/>
          </a:prstGeom>
          <a:noFill/>
          <a:ln w="12700">
            <a:solidFill>
              <a:srgbClr val="D9D9D9"/>
            </a:solidFill>
            <a:prstDash val="dash"/>
          </a:ln>
        </p:spPr>
      </p:sp>
      <p:sp>
        <p:nvSpPr>
          <p:cNvPr id="39" name="Shape 32"/>
          <p:cNvSpPr/>
          <p:nvPr/>
        </p:nvSpPr>
        <p:spPr>
          <a:xfrm>
            <a:off x="4023360" y="5029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9E4F"/>
          </a:solidFill>
          <a:ln/>
        </p:spPr>
      </p:sp>
      <p:sp>
        <p:nvSpPr>
          <p:cNvPr id="40" name="Text 33"/>
          <p:cNvSpPr/>
          <p:nvPr/>
        </p:nvSpPr>
        <p:spPr>
          <a:xfrm>
            <a:off x="402336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41" name="Shape 34"/>
          <p:cNvSpPr/>
          <p:nvPr/>
        </p:nvSpPr>
        <p:spPr>
          <a:xfrm>
            <a:off x="4782312" y="708660"/>
            <a:ext cx="91440" cy="91440"/>
          </a:xfrm>
          <a:prstGeom prst="ellipse">
            <a:avLst/>
          </a:prstGeom>
          <a:solidFill>
            <a:srgbClr val="2E9E4F"/>
          </a:solidFill>
          <a:ln/>
        </p:spPr>
      </p:sp>
      <p:sp>
        <p:nvSpPr>
          <p:cNvPr id="42" name="Shape 35"/>
          <p:cNvSpPr/>
          <p:nvPr/>
        </p:nvSpPr>
        <p:spPr>
          <a:xfrm>
            <a:off x="4828032" y="754380"/>
            <a:ext cx="429768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dash"/>
          </a:ln>
        </p:spPr>
      </p:sp>
      <p:sp>
        <p:nvSpPr>
          <p:cNvPr id="43" name="Shape 36"/>
          <p:cNvSpPr/>
          <p:nvPr/>
        </p:nvSpPr>
        <p:spPr>
          <a:xfrm>
            <a:off x="5257800" y="365760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pic>
        <p:nvPicPr>
          <p:cNvPr id="44" name="Image 5" descr="/home/claude/work2/ic_ge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4338" y="552298"/>
            <a:ext cx="404165" cy="404165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6309360" y="16002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Conocer la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9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 de desarrollo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utilizan y cómo esta se integra con las herramientas empleadas para la gestión de las necesidades de los clientes.</a:t>
            </a:r>
            <a:endParaRPr lang="en-US" sz="1250" dirty="0"/>
          </a:p>
        </p:txBody>
      </p:sp>
      <p:sp>
        <p:nvSpPr>
          <p:cNvPr id="46" name="Shape 38"/>
          <p:cNvSpPr/>
          <p:nvPr/>
        </p:nvSpPr>
        <p:spPr>
          <a:xfrm>
            <a:off x="4023360" y="16916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9E4F"/>
          </a:solidFill>
          <a:ln/>
        </p:spPr>
      </p:sp>
      <p:sp>
        <p:nvSpPr>
          <p:cNvPr id="47" name="Text 39"/>
          <p:cNvSpPr/>
          <p:nvPr/>
        </p:nvSpPr>
        <p:spPr>
          <a:xfrm>
            <a:off x="4023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48" name="Shape 40"/>
          <p:cNvSpPr/>
          <p:nvPr/>
        </p:nvSpPr>
        <p:spPr>
          <a:xfrm>
            <a:off x="4782312" y="1897380"/>
            <a:ext cx="91440" cy="91440"/>
          </a:xfrm>
          <a:prstGeom prst="ellipse">
            <a:avLst/>
          </a:prstGeom>
          <a:solidFill>
            <a:srgbClr val="2E9E4F"/>
          </a:solidFill>
          <a:ln/>
        </p:spPr>
      </p:sp>
      <p:sp>
        <p:nvSpPr>
          <p:cNvPr id="49" name="Shape 41"/>
          <p:cNvSpPr/>
          <p:nvPr/>
        </p:nvSpPr>
        <p:spPr>
          <a:xfrm>
            <a:off x="4828032" y="1943100"/>
            <a:ext cx="429768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dash"/>
          </a:ln>
        </p:spPr>
      </p:sp>
      <p:sp>
        <p:nvSpPr>
          <p:cNvPr id="50" name="Shape 42"/>
          <p:cNvSpPr/>
          <p:nvPr/>
        </p:nvSpPr>
        <p:spPr>
          <a:xfrm>
            <a:off x="5257800" y="1554480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pic>
        <p:nvPicPr>
          <p:cNvPr id="51" name="Image 6" descr="/home/claude/work2/ic_clipboar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4338" y="1741018"/>
            <a:ext cx="404165" cy="404165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6309360" y="134874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cómo administran los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9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requerimientos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las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9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historias de usuario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lo largo del ciclo de desarrollo. Y los controles de cambio que se presenten.</a:t>
            </a:r>
            <a:endParaRPr lang="en-US" sz="1250" dirty="0"/>
          </a:p>
        </p:txBody>
      </p:sp>
      <p:sp>
        <p:nvSpPr>
          <p:cNvPr id="53" name="Shape 44"/>
          <p:cNvSpPr/>
          <p:nvPr/>
        </p:nvSpPr>
        <p:spPr>
          <a:xfrm>
            <a:off x="4023360" y="28803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9E4F"/>
          </a:solidFill>
          <a:ln/>
        </p:spPr>
      </p:sp>
      <p:sp>
        <p:nvSpPr>
          <p:cNvPr id="54" name="Text 45"/>
          <p:cNvSpPr/>
          <p:nvPr/>
        </p:nvSpPr>
        <p:spPr>
          <a:xfrm>
            <a:off x="402336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55" name="Shape 46"/>
          <p:cNvSpPr/>
          <p:nvPr/>
        </p:nvSpPr>
        <p:spPr>
          <a:xfrm>
            <a:off x="4782312" y="3086100"/>
            <a:ext cx="91440" cy="91440"/>
          </a:xfrm>
          <a:prstGeom prst="ellipse">
            <a:avLst/>
          </a:prstGeom>
          <a:solidFill>
            <a:srgbClr val="2E9E4F"/>
          </a:solidFill>
          <a:ln/>
        </p:spPr>
      </p:sp>
      <p:sp>
        <p:nvSpPr>
          <p:cNvPr id="56" name="Shape 47"/>
          <p:cNvSpPr/>
          <p:nvPr/>
        </p:nvSpPr>
        <p:spPr>
          <a:xfrm>
            <a:off x="4828032" y="3131820"/>
            <a:ext cx="429768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dash"/>
          </a:ln>
        </p:spPr>
      </p:sp>
      <p:sp>
        <p:nvSpPr>
          <p:cNvPr id="57" name="Shape 48"/>
          <p:cNvSpPr/>
          <p:nvPr/>
        </p:nvSpPr>
        <p:spPr>
          <a:xfrm>
            <a:off x="5257800" y="2743200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pic>
        <p:nvPicPr>
          <p:cNvPr id="58" name="Image 7" descr="/home/claude/work2/ic_task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4338" y="2929738"/>
            <a:ext cx="404165" cy="404165"/>
          </a:xfrm>
          <a:prstGeom prst="rect">
            <a:avLst/>
          </a:prstGeom>
        </p:spPr>
      </p:pic>
      <p:sp>
        <p:nvSpPr>
          <p:cNvPr id="59" name="Text 49"/>
          <p:cNvSpPr/>
          <p:nvPr/>
        </p:nvSpPr>
        <p:spPr>
          <a:xfrm>
            <a:off x="6309360" y="253746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la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9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del backlog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el proceso que siguen para la priorización y seguimiento de iniciativas.</a:t>
            </a:r>
            <a:endParaRPr lang="en-US" sz="1250" dirty="0"/>
          </a:p>
        </p:txBody>
      </p:sp>
      <p:sp>
        <p:nvSpPr>
          <p:cNvPr id="60" name="Shape 50"/>
          <p:cNvSpPr/>
          <p:nvPr/>
        </p:nvSpPr>
        <p:spPr>
          <a:xfrm>
            <a:off x="4023360" y="40690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9E4F"/>
          </a:solidFill>
          <a:ln/>
        </p:spPr>
      </p:sp>
      <p:sp>
        <p:nvSpPr>
          <p:cNvPr id="61" name="Text 51"/>
          <p:cNvSpPr/>
          <p:nvPr/>
        </p:nvSpPr>
        <p:spPr>
          <a:xfrm>
            <a:off x="402336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62" name="Shape 52"/>
          <p:cNvSpPr/>
          <p:nvPr/>
        </p:nvSpPr>
        <p:spPr>
          <a:xfrm>
            <a:off x="4782312" y="4274820"/>
            <a:ext cx="91440" cy="91440"/>
          </a:xfrm>
          <a:prstGeom prst="ellipse">
            <a:avLst/>
          </a:prstGeom>
          <a:solidFill>
            <a:srgbClr val="2E9E4F"/>
          </a:solidFill>
          <a:ln/>
        </p:spPr>
      </p:sp>
      <p:sp>
        <p:nvSpPr>
          <p:cNvPr id="63" name="Shape 53"/>
          <p:cNvSpPr/>
          <p:nvPr/>
        </p:nvSpPr>
        <p:spPr>
          <a:xfrm>
            <a:off x="4828032" y="4320540"/>
            <a:ext cx="429768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dash"/>
          </a:ln>
        </p:spPr>
      </p:sp>
      <p:sp>
        <p:nvSpPr>
          <p:cNvPr id="64" name="Shape 54"/>
          <p:cNvSpPr/>
          <p:nvPr/>
        </p:nvSpPr>
        <p:spPr>
          <a:xfrm>
            <a:off x="5257800" y="3931920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pic>
        <p:nvPicPr>
          <p:cNvPr id="65" name="Image 8" descr="/home/claude/work2/ic_databas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44338" y="4118458"/>
            <a:ext cx="404165" cy="404165"/>
          </a:xfrm>
          <a:prstGeom prst="rect">
            <a:avLst/>
          </a:prstGeom>
        </p:spPr>
      </p:pic>
      <p:sp>
        <p:nvSpPr>
          <p:cNvPr id="66" name="Text 55"/>
          <p:cNvSpPr/>
          <p:nvPr/>
        </p:nvSpPr>
        <p:spPr>
          <a:xfrm>
            <a:off x="6309360" y="37261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qué herramientas utilizan para administrar, controlar y mantener el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9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 de requisitos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desarrollo, así como su trazabilidad y actualización.</a:t>
            </a:r>
            <a:endParaRPr lang="en-US" sz="1250" dirty="0"/>
          </a:p>
        </p:txBody>
      </p:sp>
      <p:sp>
        <p:nvSpPr>
          <p:cNvPr id="67" name="Shape 56"/>
          <p:cNvSpPr/>
          <p:nvPr/>
        </p:nvSpPr>
        <p:spPr>
          <a:xfrm>
            <a:off x="4023360" y="52578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9E4F"/>
          </a:solidFill>
          <a:ln/>
        </p:spPr>
      </p:sp>
      <p:sp>
        <p:nvSpPr>
          <p:cNvPr id="68" name="Text 57"/>
          <p:cNvSpPr/>
          <p:nvPr/>
        </p:nvSpPr>
        <p:spPr>
          <a:xfrm>
            <a:off x="402336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69" name="Shape 58"/>
          <p:cNvSpPr/>
          <p:nvPr/>
        </p:nvSpPr>
        <p:spPr>
          <a:xfrm>
            <a:off x="4782312" y="5463540"/>
            <a:ext cx="91440" cy="91440"/>
          </a:xfrm>
          <a:prstGeom prst="ellipse">
            <a:avLst/>
          </a:prstGeom>
          <a:solidFill>
            <a:srgbClr val="2E9E4F"/>
          </a:solidFill>
          <a:ln/>
        </p:spPr>
      </p:sp>
      <p:sp>
        <p:nvSpPr>
          <p:cNvPr id="70" name="Shape 59"/>
          <p:cNvSpPr/>
          <p:nvPr/>
        </p:nvSpPr>
        <p:spPr>
          <a:xfrm>
            <a:off x="4828032" y="5509260"/>
            <a:ext cx="429768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dash"/>
          </a:ln>
        </p:spPr>
      </p:sp>
      <p:sp>
        <p:nvSpPr>
          <p:cNvPr id="71" name="Shape 60"/>
          <p:cNvSpPr/>
          <p:nvPr/>
        </p:nvSpPr>
        <p:spPr>
          <a:xfrm>
            <a:off x="5257800" y="5120640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pic>
        <p:nvPicPr>
          <p:cNvPr id="72" name="Image 9" descr="/home/claude/work2/ic_desktop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44338" y="5307178"/>
            <a:ext cx="404165" cy="404165"/>
          </a:xfrm>
          <a:prstGeom prst="rect">
            <a:avLst/>
          </a:prstGeom>
        </p:spPr>
      </p:pic>
      <p:sp>
        <p:nvSpPr>
          <p:cNvPr id="73" name="Text 61"/>
          <p:cNvSpPr/>
          <p:nvPr/>
        </p:nvSpPr>
        <p:spPr>
          <a:xfrm>
            <a:off x="6309360" y="491490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y seguimiento de los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9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proyectos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desarrollo de software.</a:t>
            </a:r>
            <a:endParaRPr lang="en-US" sz="1250" dirty="0"/>
          </a:p>
        </p:txBody>
      </p:sp>
      <p:sp>
        <p:nvSpPr>
          <p:cNvPr id="74" name="Shape 62"/>
          <p:cNvSpPr/>
          <p:nvPr/>
        </p:nvSpPr>
        <p:spPr>
          <a:xfrm>
            <a:off x="365760" y="6053328"/>
            <a:ext cx="1145743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75" name="Shape 63"/>
          <p:cNvSpPr/>
          <p:nvPr/>
        </p:nvSpPr>
        <p:spPr>
          <a:xfrm>
            <a:off x="365760" y="626364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9E4F"/>
            </a:solidFill>
            <a:prstDash val="solid"/>
          </a:ln>
        </p:spPr>
      </p:sp>
      <p:pic>
        <p:nvPicPr>
          <p:cNvPr id="76" name="Image 10" descr="/home/claude/work2/ic_ey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8056" y="6345936"/>
            <a:ext cx="201168" cy="201168"/>
          </a:xfrm>
          <a:prstGeom prst="rect">
            <a:avLst/>
          </a:prstGeom>
        </p:spPr>
      </p:pic>
      <p:sp>
        <p:nvSpPr>
          <p:cNvPr id="77" name="Text 64"/>
          <p:cNvSpPr/>
          <p:nvPr/>
        </p:nvSpPr>
        <p:spPr>
          <a:xfrm>
            <a:off x="822960" y="623620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TRANSPARENCIA
</a:t>
            </a:r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CADA PROCESO</a:t>
            </a:r>
            <a:endParaRPr lang="en-US" sz="800" dirty="0"/>
          </a:p>
        </p:txBody>
      </p:sp>
      <p:sp>
        <p:nvSpPr>
          <p:cNvPr id="78" name="Shape 65"/>
          <p:cNvSpPr/>
          <p:nvPr/>
        </p:nvSpPr>
        <p:spPr>
          <a:xfrm>
            <a:off x="2880360" y="626364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9E4F"/>
            </a:solidFill>
            <a:prstDash val="solid"/>
          </a:ln>
        </p:spPr>
      </p:sp>
      <p:pic>
        <p:nvPicPr>
          <p:cNvPr id="79" name="Image 11" descr="/home/claude/work2/ic_gem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62656" y="6345936"/>
            <a:ext cx="201168" cy="201168"/>
          </a:xfrm>
          <a:prstGeom prst="rect">
            <a:avLst/>
          </a:prstGeom>
        </p:spPr>
      </p:pic>
      <p:sp>
        <p:nvSpPr>
          <p:cNvPr id="80" name="Text 66"/>
          <p:cNvSpPr/>
          <p:nvPr/>
        </p:nvSpPr>
        <p:spPr>
          <a:xfrm>
            <a:off x="3337560" y="623620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ENFOQUE EN
</a:t>
            </a:r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Y CALIDAD</a:t>
            </a:r>
            <a:endParaRPr lang="en-US" sz="800" dirty="0"/>
          </a:p>
        </p:txBody>
      </p:sp>
      <p:sp>
        <p:nvSpPr>
          <p:cNvPr id="81" name="Shape 67"/>
          <p:cNvSpPr/>
          <p:nvPr/>
        </p:nvSpPr>
        <p:spPr>
          <a:xfrm>
            <a:off x="5394960" y="626364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9E4F"/>
            </a:solidFill>
            <a:prstDash val="solid"/>
          </a:ln>
        </p:spPr>
      </p:sp>
      <p:pic>
        <p:nvPicPr>
          <p:cNvPr id="82" name="Image 12" descr="/home/claude/work2/ic_users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77256" y="6345936"/>
            <a:ext cx="201168" cy="201168"/>
          </a:xfrm>
          <a:prstGeom prst="rect">
            <a:avLst/>
          </a:prstGeom>
        </p:spPr>
      </p:pic>
      <p:sp>
        <p:nvSpPr>
          <p:cNvPr id="83" name="Text 68"/>
          <p:cNvSpPr/>
          <p:nvPr/>
        </p:nvSpPr>
        <p:spPr>
          <a:xfrm>
            <a:off x="5852160" y="623620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COLABORACIÓN
</a:t>
            </a:r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COMUNICACIÓN</a:t>
            </a:r>
            <a:endParaRPr lang="en-US" sz="800" dirty="0"/>
          </a:p>
        </p:txBody>
      </p:sp>
      <p:sp>
        <p:nvSpPr>
          <p:cNvPr id="84" name="Shape 69"/>
          <p:cNvSpPr/>
          <p:nvPr/>
        </p:nvSpPr>
        <p:spPr>
          <a:xfrm>
            <a:off x="7909560" y="626364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9E4F"/>
            </a:solidFill>
            <a:prstDash val="solid"/>
          </a:ln>
        </p:spPr>
      </p:sp>
      <p:pic>
        <p:nvPicPr>
          <p:cNvPr id="85" name="Image 13" descr="/home/claude/work2/ic_sync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91856" y="6345936"/>
            <a:ext cx="201168" cy="201168"/>
          </a:xfrm>
          <a:prstGeom prst="rect">
            <a:avLst/>
          </a:prstGeom>
        </p:spPr>
      </p:pic>
      <p:sp>
        <p:nvSpPr>
          <p:cNvPr id="86" name="Text 70"/>
          <p:cNvSpPr/>
          <p:nvPr/>
        </p:nvSpPr>
        <p:spPr>
          <a:xfrm>
            <a:off x="8366760" y="623620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CONTINUA
</a:t>
            </a:r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RESULTADOS</a:t>
            </a:r>
            <a:endParaRPr lang="en-US" sz="800" dirty="0"/>
          </a:p>
        </p:txBody>
      </p:sp>
      <p:sp>
        <p:nvSpPr>
          <p:cNvPr id="87" name="Shape 71"/>
          <p:cNvSpPr/>
          <p:nvPr/>
        </p:nvSpPr>
        <p:spPr>
          <a:xfrm>
            <a:off x="10104120" y="6263640"/>
            <a:ext cx="365760" cy="36576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88" name="Image 14" descr="/home/claude/work2/ic_globe_whit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86416" y="6345936"/>
            <a:ext cx="201168" cy="201168"/>
          </a:xfrm>
          <a:prstGeom prst="rect">
            <a:avLst/>
          </a:prstGeom>
        </p:spPr>
      </p:pic>
      <p:sp>
        <p:nvSpPr>
          <p:cNvPr id="89" name="Text 72"/>
          <p:cNvSpPr/>
          <p:nvPr/>
        </p:nvSpPr>
        <p:spPr>
          <a:xfrm>
            <a:off x="10561320" y="623620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periferiaitgroup.com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2026-07-09T20:57:25Z</dcterms:created>
  <dcterms:modified xsi:type="dcterms:W3CDTF">2026-07-09T20:57:25Z</dcterms:modified>
</cp:coreProperties>
</file>